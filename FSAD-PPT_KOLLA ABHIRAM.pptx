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5" d="100"/>
          <a:sy n="45" d="100"/>
        </p:scale>
        <p:origin x="816" y="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rgbClr val="0033CC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0033CC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0033CC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12895" y="1028700"/>
            <a:ext cx="946403" cy="236220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16786859" y="1368596"/>
            <a:ext cx="1501140" cy="7550150"/>
          </a:xfrm>
          <a:custGeom>
            <a:avLst/>
            <a:gdLst/>
            <a:ahLst/>
            <a:cxnLst/>
            <a:rect l="l" t="t" r="r" b="b"/>
            <a:pathLst>
              <a:path w="1501140" h="7550150">
                <a:moveTo>
                  <a:pt x="1501140" y="0"/>
                </a:moveTo>
                <a:lnTo>
                  <a:pt x="1454574" y="49820"/>
                </a:lnTo>
                <a:lnTo>
                  <a:pt x="1424269" y="82960"/>
                </a:lnTo>
                <a:lnTo>
                  <a:pt x="1394232" y="116347"/>
                </a:lnTo>
                <a:lnTo>
                  <a:pt x="1364464" y="149980"/>
                </a:lnTo>
                <a:lnTo>
                  <a:pt x="1334968" y="183857"/>
                </a:lnTo>
                <a:lnTo>
                  <a:pt x="1305745" y="217976"/>
                </a:lnTo>
                <a:lnTo>
                  <a:pt x="1276796" y="252336"/>
                </a:lnTo>
                <a:lnTo>
                  <a:pt x="1248124" y="286935"/>
                </a:lnTo>
                <a:lnTo>
                  <a:pt x="1219731" y="321771"/>
                </a:lnTo>
                <a:lnTo>
                  <a:pt x="1191617" y="356842"/>
                </a:lnTo>
                <a:lnTo>
                  <a:pt x="1163784" y="392148"/>
                </a:lnTo>
                <a:lnTo>
                  <a:pt x="1136235" y="427686"/>
                </a:lnTo>
                <a:lnTo>
                  <a:pt x="1108970" y="463454"/>
                </a:lnTo>
                <a:lnTo>
                  <a:pt x="1081993" y="499450"/>
                </a:lnTo>
                <a:lnTo>
                  <a:pt x="1055303" y="535674"/>
                </a:lnTo>
                <a:lnTo>
                  <a:pt x="1028904" y="572124"/>
                </a:lnTo>
                <a:lnTo>
                  <a:pt x="1002797" y="608796"/>
                </a:lnTo>
                <a:lnTo>
                  <a:pt x="976983" y="645691"/>
                </a:lnTo>
                <a:lnTo>
                  <a:pt x="951464" y="682806"/>
                </a:lnTo>
                <a:lnTo>
                  <a:pt x="926242" y="720139"/>
                </a:lnTo>
                <a:lnTo>
                  <a:pt x="901318" y="757690"/>
                </a:lnTo>
                <a:lnTo>
                  <a:pt x="876695" y="795455"/>
                </a:lnTo>
                <a:lnTo>
                  <a:pt x="852374" y="833434"/>
                </a:lnTo>
                <a:lnTo>
                  <a:pt x="828356" y="871624"/>
                </a:lnTo>
                <a:lnTo>
                  <a:pt x="804644" y="910025"/>
                </a:lnTo>
                <a:lnTo>
                  <a:pt x="781239" y="948634"/>
                </a:lnTo>
                <a:lnTo>
                  <a:pt x="758143" y="987449"/>
                </a:lnTo>
                <a:lnTo>
                  <a:pt x="735357" y="1026469"/>
                </a:lnTo>
                <a:lnTo>
                  <a:pt x="712884" y="1065693"/>
                </a:lnTo>
                <a:lnTo>
                  <a:pt x="690724" y="1105118"/>
                </a:lnTo>
                <a:lnTo>
                  <a:pt x="668880" y="1144742"/>
                </a:lnTo>
                <a:lnTo>
                  <a:pt x="647353" y="1184565"/>
                </a:lnTo>
                <a:lnTo>
                  <a:pt x="626145" y="1224584"/>
                </a:lnTo>
                <a:lnTo>
                  <a:pt x="605258" y="1264798"/>
                </a:lnTo>
                <a:lnTo>
                  <a:pt x="584694" y="1305205"/>
                </a:lnTo>
                <a:lnTo>
                  <a:pt x="564453" y="1345803"/>
                </a:lnTo>
                <a:lnTo>
                  <a:pt x="544538" y="1386591"/>
                </a:lnTo>
                <a:lnTo>
                  <a:pt x="524951" y="1427566"/>
                </a:lnTo>
                <a:lnTo>
                  <a:pt x="505693" y="1468728"/>
                </a:lnTo>
                <a:lnTo>
                  <a:pt x="486766" y="1510074"/>
                </a:lnTo>
                <a:lnTo>
                  <a:pt x="468172" y="1551602"/>
                </a:lnTo>
                <a:lnTo>
                  <a:pt x="449912" y="1593312"/>
                </a:lnTo>
                <a:lnTo>
                  <a:pt x="431988" y="1635201"/>
                </a:lnTo>
                <a:lnTo>
                  <a:pt x="414402" y="1677268"/>
                </a:lnTo>
                <a:lnTo>
                  <a:pt x="397155" y="1719511"/>
                </a:lnTo>
                <a:lnTo>
                  <a:pt x="380249" y="1761928"/>
                </a:lnTo>
                <a:lnTo>
                  <a:pt x="363687" y="1804517"/>
                </a:lnTo>
                <a:lnTo>
                  <a:pt x="347468" y="1847278"/>
                </a:lnTo>
                <a:lnTo>
                  <a:pt x="331596" y="1890207"/>
                </a:lnTo>
                <a:lnTo>
                  <a:pt x="316072" y="1933304"/>
                </a:lnTo>
                <a:lnTo>
                  <a:pt x="300898" y="1976567"/>
                </a:lnTo>
                <a:lnTo>
                  <a:pt x="286075" y="2019993"/>
                </a:lnTo>
                <a:lnTo>
                  <a:pt x="271605" y="2063582"/>
                </a:lnTo>
                <a:lnTo>
                  <a:pt x="257490" y="2107331"/>
                </a:lnTo>
                <a:lnTo>
                  <a:pt x="243732" y="2151240"/>
                </a:lnTo>
                <a:lnTo>
                  <a:pt x="230331" y="2195305"/>
                </a:lnTo>
                <a:lnTo>
                  <a:pt x="217291" y="2239526"/>
                </a:lnTo>
                <a:lnTo>
                  <a:pt x="204612" y="2283901"/>
                </a:lnTo>
                <a:lnTo>
                  <a:pt x="192296" y="2328428"/>
                </a:lnTo>
                <a:lnTo>
                  <a:pt x="180346" y="2373105"/>
                </a:lnTo>
                <a:lnTo>
                  <a:pt x="168762" y="2417931"/>
                </a:lnTo>
                <a:lnTo>
                  <a:pt x="157546" y="2462904"/>
                </a:lnTo>
                <a:lnTo>
                  <a:pt x="146701" y="2508023"/>
                </a:lnTo>
                <a:lnTo>
                  <a:pt x="136227" y="2553284"/>
                </a:lnTo>
                <a:lnTo>
                  <a:pt x="126127" y="2598688"/>
                </a:lnTo>
                <a:lnTo>
                  <a:pt x="116402" y="2644232"/>
                </a:lnTo>
                <a:lnTo>
                  <a:pt x="107054" y="2689914"/>
                </a:lnTo>
                <a:lnTo>
                  <a:pt x="98085" y="2735733"/>
                </a:lnTo>
                <a:lnTo>
                  <a:pt x="89496" y="2781687"/>
                </a:lnTo>
                <a:lnTo>
                  <a:pt x="81289" y="2827775"/>
                </a:lnTo>
                <a:lnTo>
                  <a:pt x="73466" y="2873994"/>
                </a:lnTo>
                <a:lnTo>
                  <a:pt x="66028" y="2920343"/>
                </a:lnTo>
                <a:lnTo>
                  <a:pt x="58977" y="2966820"/>
                </a:lnTo>
                <a:lnTo>
                  <a:pt x="52315" y="3013424"/>
                </a:lnTo>
                <a:lnTo>
                  <a:pt x="46044" y="3060152"/>
                </a:lnTo>
                <a:lnTo>
                  <a:pt x="40165" y="3107004"/>
                </a:lnTo>
                <a:lnTo>
                  <a:pt x="34680" y="3153977"/>
                </a:lnTo>
                <a:lnTo>
                  <a:pt x="29591" y="3201070"/>
                </a:lnTo>
                <a:lnTo>
                  <a:pt x="24899" y="3248281"/>
                </a:lnTo>
                <a:lnTo>
                  <a:pt x="20606" y="3295608"/>
                </a:lnTo>
                <a:lnTo>
                  <a:pt x="16714" y="3343050"/>
                </a:lnTo>
                <a:lnTo>
                  <a:pt x="13224" y="3390605"/>
                </a:lnTo>
                <a:lnTo>
                  <a:pt x="10138" y="3438271"/>
                </a:lnTo>
                <a:lnTo>
                  <a:pt x="7459" y="3486046"/>
                </a:lnTo>
                <a:lnTo>
                  <a:pt x="5187" y="3533930"/>
                </a:lnTo>
                <a:lnTo>
                  <a:pt x="3324" y="3581919"/>
                </a:lnTo>
                <a:lnTo>
                  <a:pt x="1872" y="3630013"/>
                </a:lnTo>
                <a:lnTo>
                  <a:pt x="833" y="3678209"/>
                </a:lnTo>
                <a:lnTo>
                  <a:pt x="208" y="3726507"/>
                </a:lnTo>
                <a:lnTo>
                  <a:pt x="0" y="3774903"/>
                </a:lnTo>
                <a:lnTo>
                  <a:pt x="208" y="3823300"/>
                </a:lnTo>
                <a:lnTo>
                  <a:pt x="833" y="3871597"/>
                </a:lnTo>
                <a:lnTo>
                  <a:pt x="1872" y="3919794"/>
                </a:lnTo>
                <a:lnTo>
                  <a:pt x="3324" y="3967888"/>
                </a:lnTo>
                <a:lnTo>
                  <a:pt x="5187" y="4015877"/>
                </a:lnTo>
                <a:lnTo>
                  <a:pt x="7459" y="4063760"/>
                </a:lnTo>
                <a:lnTo>
                  <a:pt x="10138" y="4111536"/>
                </a:lnTo>
                <a:lnTo>
                  <a:pt x="13224" y="4159202"/>
                </a:lnTo>
                <a:lnTo>
                  <a:pt x="16714" y="4206756"/>
                </a:lnTo>
                <a:lnTo>
                  <a:pt x="20606" y="4254198"/>
                </a:lnTo>
                <a:lnTo>
                  <a:pt x="24899" y="4301525"/>
                </a:lnTo>
                <a:lnTo>
                  <a:pt x="29591" y="4348736"/>
                </a:lnTo>
                <a:lnTo>
                  <a:pt x="34680" y="4395829"/>
                </a:lnTo>
                <a:lnTo>
                  <a:pt x="40165" y="4442802"/>
                </a:lnTo>
                <a:lnTo>
                  <a:pt x="46044" y="4489654"/>
                </a:lnTo>
                <a:lnTo>
                  <a:pt x="52315" y="4536383"/>
                </a:lnTo>
                <a:lnTo>
                  <a:pt x="58977" y="4582987"/>
                </a:lnTo>
                <a:lnTo>
                  <a:pt x="66028" y="4629464"/>
                </a:lnTo>
                <a:lnTo>
                  <a:pt x="73466" y="4675813"/>
                </a:lnTo>
                <a:lnTo>
                  <a:pt x="81289" y="4722032"/>
                </a:lnTo>
                <a:lnTo>
                  <a:pt x="89496" y="4768119"/>
                </a:lnTo>
                <a:lnTo>
                  <a:pt x="98085" y="4814074"/>
                </a:lnTo>
                <a:lnTo>
                  <a:pt x="107054" y="4859893"/>
                </a:lnTo>
                <a:lnTo>
                  <a:pt x="116402" y="4905575"/>
                </a:lnTo>
                <a:lnTo>
                  <a:pt x="126127" y="4951119"/>
                </a:lnTo>
                <a:lnTo>
                  <a:pt x="136227" y="4996522"/>
                </a:lnTo>
                <a:lnTo>
                  <a:pt x="146701" y="5041784"/>
                </a:lnTo>
                <a:lnTo>
                  <a:pt x="157546" y="5086902"/>
                </a:lnTo>
                <a:lnTo>
                  <a:pt x="168762" y="5131875"/>
                </a:lnTo>
                <a:lnTo>
                  <a:pt x="180346" y="5176701"/>
                </a:lnTo>
                <a:lnTo>
                  <a:pt x="192296" y="5221379"/>
                </a:lnTo>
                <a:lnTo>
                  <a:pt x="204612" y="5265905"/>
                </a:lnTo>
                <a:lnTo>
                  <a:pt x="217291" y="5310280"/>
                </a:lnTo>
                <a:lnTo>
                  <a:pt x="230331" y="5354501"/>
                </a:lnTo>
                <a:lnTo>
                  <a:pt x="243732" y="5398567"/>
                </a:lnTo>
                <a:lnTo>
                  <a:pt x="257490" y="5442475"/>
                </a:lnTo>
                <a:lnTo>
                  <a:pt x="271605" y="5486225"/>
                </a:lnTo>
                <a:lnTo>
                  <a:pt x="286075" y="5529814"/>
                </a:lnTo>
                <a:lnTo>
                  <a:pt x="300898" y="5573240"/>
                </a:lnTo>
                <a:lnTo>
                  <a:pt x="316072" y="5616503"/>
                </a:lnTo>
                <a:lnTo>
                  <a:pt x="331596" y="5659600"/>
                </a:lnTo>
                <a:lnTo>
                  <a:pt x="347468" y="5702529"/>
                </a:lnTo>
                <a:lnTo>
                  <a:pt x="363687" y="5745289"/>
                </a:lnTo>
                <a:lnTo>
                  <a:pt x="380249" y="5787879"/>
                </a:lnTo>
                <a:lnTo>
                  <a:pt x="397155" y="5830296"/>
                </a:lnTo>
                <a:lnTo>
                  <a:pt x="414402" y="5872539"/>
                </a:lnTo>
                <a:lnTo>
                  <a:pt x="431988" y="5914605"/>
                </a:lnTo>
                <a:lnTo>
                  <a:pt x="449912" y="5956494"/>
                </a:lnTo>
                <a:lnTo>
                  <a:pt x="468172" y="5998204"/>
                </a:lnTo>
                <a:lnTo>
                  <a:pt x="486766" y="6039733"/>
                </a:lnTo>
                <a:lnTo>
                  <a:pt x="505693" y="6081079"/>
                </a:lnTo>
                <a:lnTo>
                  <a:pt x="524951" y="6122241"/>
                </a:lnTo>
                <a:lnTo>
                  <a:pt x="544538" y="6163216"/>
                </a:lnTo>
                <a:lnTo>
                  <a:pt x="564453" y="6204004"/>
                </a:lnTo>
                <a:lnTo>
                  <a:pt x="584694" y="6244602"/>
                </a:lnTo>
                <a:lnTo>
                  <a:pt x="605258" y="6285009"/>
                </a:lnTo>
                <a:lnTo>
                  <a:pt x="626145" y="6325222"/>
                </a:lnTo>
                <a:lnTo>
                  <a:pt x="647353" y="6365242"/>
                </a:lnTo>
                <a:lnTo>
                  <a:pt x="668880" y="6405064"/>
                </a:lnTo>
                <a:lnTo>
                  <a:pt x="690724" y="6444689"/>
                </a:lnTo>
                <a:lnTo>
                  <a:pt x="712884" y="6484114"/>
                </a:lnTo>
                <a:lnTo>
                  <a:pt x="735357" y="6523337"/>
                </a:lnTo>
                <a:lnTo>
                  <a:pt x="758143" y="6562358"/>
                </a:lnTo>
                <a:lnTo>
                  <a:pt x="781239" y="6601173"/>
                </a:lnTo>
                <a:lnTo>
                  <a:pt x="804644" y="6639782"/>
                </a:lnTo>
                <a:lnTo>
                  <a:pt x="828356" y="6678182"/>
                </a:lnTo>
                <a:lnTo>
                  <a:pt x="852374" y="6716373"/>
                </a:lnTo>
                <a:lnTo>
                  <a:pt x="876695" y="6754352"/>
                </a:lnTo>
                <a:lnTo>
                  <a:pt x="901318" y="6792117"/>
                </a:lnTo>
                <a:lnTo>
                  <a:pt x="926242" y="6829667"/>
                </a:lnTo>
                <a:lnTo>
                  <a:pt x="951464" y="6867001"/>
                </a:lnTo>
                <a:lnTo>
                  <a:pt x="976983" y="6904116"/>
                </a:lnTo>
                <a:lnTo>
                  <a:pt x="1002797" y="6941010"/>
                </a:lnTo>
                <a:lnTo>
                  <a:pt x="1028904" y="6977683"/>
                </a:lnTo>
                <a:lnTo>
                  <a:pt x="1055303" y="7014132"/>
                </a:lnTo>
                <a:lnTo>
                  <a:pt x="1081993" y="7050356"/>
                </a:lnTo>
                <a:lnTo>
                  <a:pt x="1108970" y="7086353"/>
                </a:lnTo>
                <a:lnTo>
                  <a:pt x="1136235" y="7122121"/>
                </a:lnTo>
                <a:lnTo>
                  <a:pt x="1163784" y="7157659"/>
                </a:lnTo>
                <a:lnTo>
                  <a:pt x="1191617" y="7192964"/>
                </a:lnTo>
                <a:lnTo>
                  <a:pt x="1219731" y="7228036"/>
                </a:lnTo>
                <a:lnTo>
                  <a:pt x="1248124" y="7262872"/>
                </a:lnTo>
                <a:lnTo>
                  <a:pt x="1276796" y="7297471"/>
                </a:lnTo>
                <a:lnTo>
                  <a:pt x="1305745" y="7331831"/>
                </a:lnTo>
                <a:lnTo>
                  <a:pt x="1334968" y="7365950"/>
                </a:lnTo>
                <a:lnTo>
                  <a:pt x="1364464" y="7399827"/>
                </a:lnTo>
                <a:lnTo>
                  <a:pt x="1394232" y="7433460"/>
                </a:lnTo>
                <a:lnTo>
                  <a:pt x="1424269" y="7466847"/>
                </a:lnTo>
                <a:lnTo>
                  <a:pt x="1454574" y="7499987"/>
                </a:lnTo>
                <a:lnTo>
                  <a:pt x="1485145" y="7532877"/>
                </a:lnTo>
                <a:lnTo>
                  <a:pt x="1501140" y="7549807"/>
                </a:lnTo>
              </a:path>
            </a:pathLst>
          </a:custGeom>
          <a:ln w="6187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0033CC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554348" y="327786"/>
            <a:ext cx="11106150" cy="9363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rgbClr val="0033CC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88794" y="1645666"/>
            <a:ext cx="14829790" cy="58794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54239" y="340356"/>
            <a:ext cx="4446493" cy="121717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238247" y="1629537"/>
            <a:ext cx="1416558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50" dirty="0">
                <a:latin typeface="Cambria"/>
                <a:cs typeface="Cambria"/>
              </a:rPr>
              <a:t>Vel</a:t>
            </a:r>
            <a:r>
              <a:rPr sz="3200" b="1" spc="-85" dirty="0">
                <a:latin typeface="Cambria"/>
                <a:cs typeface="Cambria"/>
              </a:rPr>
              <a:t> </a:t>
            </a:r>
            <a:r>
              <a:rPr sz="3200" b="1" spc="-55" dirty="0">
                <a:latin typeface="Cambria"/>
                <a:cs typeface="Cambria"/>
              </a:rPr>
              <a:t>Tech</a:t>
            </a:r>
            <a:r>
              <a:rPr sz="3200" b="1" spc="-90" dirty="0">
                <a:latin typeface="Cambria"/>
                <a:cs typeface="Cambria"/>
              </a:rPr>
              <a:t> </a:t>
            </a:r>
            <a:r>
              <a:rPr sz="3200" b="1" dirty="0">
                <a:latin typeface="Cambria"/>
                <a:cs typeface="Cambria"/>
              </a:rPr>
              <a:t>Rangarajan</a:t>
            </a:r>
            <a:r>
              <a:rPr sz="3200" b="1" spc="-105" dirty="0">
                <a:latin typeface="Cambria"/>
                <a:cs typeface="Cambria"/>
              </a:rPr>
              <a:t> </a:t>
            </a:r>
            <a:r>
              <a:rPr sz="3200" b="1" spc="-85" dirty="0">
                <a:latin typeface="Cambria"/>
                <a:cs typeface="Cambria"/>
              </a:rPr>
              <a:t>Dr.</a:t>
            </a:r>
            <a:r>
              <a:rPr sz="3200" b="1" spc="-90" dirty="0">
                <a:latin typeface="Cambria"/>
                <a:cs typeface="Cambria"/>
              </a:rPr>
              <a:t> </a:t>
            </a:r>
            <a:r>
              <a:rPr sz="3200" b="1" dirty="0">
                <a:latin typeface="Cambria"/>
                <a:cs typeface="Cambria"/>
              </a:rPr>
              <a:t>Sagunthala</a:t>
            </a:r>
            <a:r>
              <a:rPr sz="3200" b="1" spc="-85" dirty="0">
                <a:latin typeface="Cambria"/>
                <a:cs typeface="Cambria"/>
              </a:rPr>
              <a:t> </a:t>
            </a:r>
            <a:r>
              <a:rPr sz="3200" b="1" dirty="0">
                <a:latin typeface="Cambria"/>
                <a:cs typeface="Cambria"/>
              </a:rPr>
              <a:t>R&amp;D</a:t>
            </a:r>
            <a:r>
              <a:rPr sz="3200" b="1" spc="-114" dirty="0">
                <a:latin typeface="Cambria"/>
                <a:cs typeface="Cambria"/>
              </a:rPr>
              <a:t> </a:t>
            </a:r>
            <a:r>
              <a:rPr sz="3200" b="1" dirty="0">
                <a:latin typeface="Cambria"/>
                <a:cs typeface="Cambria"/>
              </a:rPr>
              <a:t>Institute</a:t>
            </a:r>
            <a:r>
              <a:rPr sz="3200" b="1" spc="-60" dirty="0">
                <a:latin typeface="Cambria"/>
                <a:cs typeface="Cambria"/>
              </a:rPr>
              <a:t> </a:t>
            </a:r>
            <a:r>
              <a:rPr sz="3200" b="1" dirty="0">
                <a:latin typeface="Cambria"/>
                <a:cs typeface="Cambria"/>
              </a:rPr>
              <a:t>of</a:t>
            </a:r>
            <a:r>
              <a:rPr sz="3200" b="1" spc="-80" dirty="0">
                <a:latin typeface="Cambria"/>
                <a:cs typeface="Cambria"/>
              </a:rPr>
              <a:t> </a:t>
            </a:r>
            <a:r>
              <a:rPr sz="3200" b="1" dirty="0">
                <a:latin typeface="Cambria"/>
                <a:cs typeface="Cambria"/>
              </a:rPr>
              <a:t>Science</a:t>
            </a:r>
            <a:r>
              <a:rPr sz="3200" b="1" spc="-80" dirty="0">
                <a:latin typeface="Cambria"/>
                <a:cs typeface="Cambria"/>
              </a:rPr>
              <a:t> </a:t>
            </a:r>
            <a:r>
              <a:rPr sz="3200" b="1" dirty="0">
                <a:latin typeface="Cambria"/>
                <a:cs typeface="Cambria"/>
              </a:rPr>
              <a:t>and</a:t>
            </a:r>
            <a:r>
              <a:rPr sz="3200" b="1" spc="-80" dirty="0">
                <a:latin typeface="Cambria"/>
                <a:cs typeface="Cambria"/>
              </a:rPr>
              <a:t> </a:t>
            </a:r>
            <a:r>
              <a:rPr sz="3200" b="1" spc="-10" dirty="0">
                <a:latin typeface="Cambria"/>
                <a:cs typeface="Cambria"/>
              </a:rPr>
              <a:t>Technology</a:t>
            </a:r>
            <a:endParaRPr sz="3200">
              <a:latin typeface="Cambria"/>
              <a:cs typeface="Cambria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7162546" y="2116962"/>
            <a:ext cx="432117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solidFill>
                  <a:srgbClr val="000000"/>
                </a:solidFill>
                <a:latin typeface="Cambria"/>
                <a:cs typeface="Cambria"/>
              </a:rPr>
              <a:t>School</a:t>
            </a:r>
            <a:r>
              <a:rPr sz="3600" spc="-65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3600" dirty="0">
                <a:solidFill>
                  <a:srgbClr val="000000"/>
                </a:solidFill>
                <a:latin typeface="Cambria"/>
                <a:cs typeface="Cambria"/>
              </a:rPr>
              <a:t>of</a:t>
            </a:r>
            <a:r>
              <a:rPr sz="3600" spc="-6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3600" spc="-10" dirty="0">
                <a:solidFill>
                  <a:srgbClr val="000000"/>
                </a:solidFill>
                <a:latin typeface="Cambria"/>
                <a:cs typeface="Cambria"/>
              </a:rPr>
              <a:t>Computing</a:t>
            </a:r>
            <a:endParaRPr sz="3600">
              <a:latin typeface="Cambria"/>
              <a:cs typeface="Cambri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212594" y="2506705"/>
            <a:ext cx="13508990" cy="5070619"/>
          </a:xfrm>
          <a:prstGeom prst="rect">
            <a:avLst/>
          </a:prstGeom>
        </p:spPr>
        <p:txBody>
          <a:bodyPr vert="horz" wrap="square" lIns="0" tIns="172720" rIns="0" bIns="0" rtlCol="0">
            <a:spAutoFit/>
          </a:bodyPr>
          <a:lstStyle/>
          <a:p>
            <a:pPr marL="709930" algn="ctr">
              <a:lnSpc>
                <a:spcPct val="100000"/>
              </a:lnSpc>
              <a:spcBef>
                <a:spcPts val="1360"/>
              </a:spcBef>
            </a:pPr>
            <a:r>
              <a:rPr sz="3200" b="1" dirty="0">
                <a:latin typeface="Cambria"/>
                <a:cs typeface="Cambria"/>
              </a:rPr>
              <a:t>Department</a:t>
            </a:r>
            <a:r>
              <a:rPr sz="3200" b="1" spc="-90" dirty="0">
                <a:latin typeface="Cambria"/>
                <a:cs typeface="Cambria"/>
              </a:rPr>
              <a:t> </a:t>
            </a:r>
            <a:r>
              <a:rPr sz="3200" b="1" dirty="0">
                <a:latin typeface="Cambria"/>
                <a:cs typeface="Cambria"/>
              </a:rPr>
              <a:t>of</a:t>
            </a:r>
            <a:r>
              <a:rPr sz="3200" b="1" spc="-70" dirty="0">
                <a:latin typeface="Cambria"/>
                <a:cs typeface="Cambria"/>
              </a:rPr>
              <a:t> </a:t>
            </a:r>
            <a:r>
              <a:rPr sz="3200" b="1" spc="-10" dirty="0">
                <a:latin typeface="Cambria"/>
                <a:cs typeface="Cambria"/>
              </a:rPr>
              <a:t>Computer</a:t>
            </a:r>
            <a:r>
              <a:rPr sz="3200" b="1" spc="-75" dirty="0">
                <a:latin typeface="Cambria"/>
                <a:cs typeface="Cambria"/>
              </a:rPr>
              <a:t> </a:t>
            </a:r>
            <a:r>
              <a:rPr sz="3200" b="1" dirty="0">
                <a:latin typeface="Cambria"/>
                <a:cs typeface="Cambria"/>
              </a:rPr>
              <a:t>Science</a:t>
            </a:r>
            <a:r>
              <a:rPr sz="3200" b="1" spc="-70" dirty="0">
                <a:latin typeface="Cambria"/>
                <a:cs typeface="Cambria"/>
              </a:rPr>
              <a:t> </a:t>
            </a:r>
            <a:r>
              <a:rPr sz="3200" b="1" dirty="0">
                <a:latin typeface="Cambria"/>
                <a:cs typeface="Cambria"/>
              </a:rPr>
              <a:t>and</a:t>
            </a:r>
            <a:r>
              <a:rPr sz="3200" b="1" spc="-80" dirty="0">
                <a:latin typeface="Cambria"/>
                <a:cs typeface="Cambria"/>
              </a:rPr>
              <a:t> </a:t>
            </a:r>
            <a:r>
              <a:rPr sz="3200" b="1" spc="-10" dirty="0">
                <a:latin typeface="Cambria"/>
                <a:cs typeface="Cambria"/>
              </a:rPr>
              <a:t>Engineering</a:t>
            </a:r>
            <a:endParaRPr sz="3200" dirty="0">
              <a:latin typeface="Cambria"/>
              <a:cs typeface="Cambria"/>
            </a:endParaRPr>
          </a:p>
          <a:p>
            <a:pPr marL="710565" algn="ctr">
              <a:lnSpc>
                <a:spcPct val="100000"/>
              </a:lnSpc>
              <a:spcBef>
                <a:spcPts val="1090"/>
              </a:spcBef>
            </a:pPr>
            <a:r>
              <a:rPr sz="2800" b="1" spc="229" dirty="0">
                <a:solidFill>
                  <a:srgbClr val="0033CC"/>
                </a:solidFill>
                <a:latin typeface="Cambria"/>
                <a:cs typeface="Cambria"/>
              </a:rPr>
              <a:t>10211CS224</a:t>
            </a:r>
            <a:r>
              <a:rPr sz="2800" b="1" spc="380" dirty="0">
                <a:solidFill>
                  <a:srgbClr val="0033CC"/>
                </a:solidFill>
                <a:latin typeface="Cambria"/>
                <a:cs typeface="Cambria"/>
              </a:rPr>
              <a:t> </a:t>
            </a:r>
            <a:r>
              <a:rPr sz="2800" b="1" spc="250" dirty="0">
                <a:solidFill>
                  <a:srgbClr val="0033CC"/>
                </a:solidFill>
                <a:latin typeface="Cambria"/>
                <a:cs typeface="Cambria"/>
              </a:rPr>
              <a:t>/</a:t>
            </a:r>
            <a:r>
              <a:rPr sz="2800" b="1" spc="335" dirty="0">
                <a:solidFill>
                  <a:srgbClr val="0033CC"/>
                </a:solidFill>
                <a:latin typeface="Cambria"/>
                <a:cs typeface="Cambria"/>
              </a:rPr>
              <a:t> </a:t>
            </a:r>
            <a:r>
              <a:rPr sz="2800" b="1" spc="245" dirty="0">
                <a:solidFill>
                  <a:srgbClr val="0033CC"/>
                </a:solidFill>
                <a:latin typeface="Cambria"/>
                <a:cs typeface="Cambria"/>
              </a:rPr>
              <a:t>FULL</a:t>
            </a:r>
            <a:r>
              <a:rPr sz="2800" b="1" spc="360" dirty="0">
                <a:solidFill>
                  <a:srgbClr val="0033CC"/>
                </a:solidFill>
                <a:latin typeface="Cambria"/>
                <a:cs typeface="Cambria"/>
              </a:rPr>
              <a:t> </a:t>
            </a:r>
            <a:r>
              <a:rPr sz="2800" b="1" spc="305" dirty="0">
                <a:solidFill>
                  <a:srgbClr val="0033CC"/>
                </a:solidFill>
                <a:latin typeface="Cambria"/>
                <a:cs typeface="Cambria"/>
              </a:rPr>
              <a:t>STACK</a:t>
            </a:r>
            <a:r>
              <a:rPr sz="2800" b="1" spc="360" dirty="0">
                <a:solidFill>
                  <a:srgbClr val="0033CC"/>
                </a:solidFill>
                <a:latin typeface="Cambria"/>
                <a:cs typeface="Cambria"/>
              </a:rPr>
              <a:t> </a:t>
            </a:r>
            <a:r>
              <a:rPr sz="2800" b="1" spc="190" dirty="0">
                <a:solidFill>
                  <a:srgbClr val="0033CC"/>
                </a:solidFill>
                <a:latin typeface="Cambria"/>
                <a:cs typeface="Cambria"/>
              </a:rPr>
              <a:t>APPLICATION</a:t>
            </a:r>
            <a:r>
              <a:rPr sz="2800" b="1" spc="375" dirty="0">
                <a:solidFill>
                  <a:srgbClr val="0033CC"/>
                </a:solidFill>
                <a:latin typeface="Cambria"/>
                <a:cs typeface="Cambria"/>
              </a:rPr>
              <a:t> </a:t>
            </a:r>
            <a:r>
              <a:rPr sz="2800" b="1" spc="250" dirty="0">
                <a:solidFill>
                  <a:srgbClr val="0033CC"/>
                </a:solidFill>
                <a:latin typeface="Cambria"/>
                <a:cs typeface="Cambria"/>
              </a:rPr>
              <a:t>DEVELOPMENT</a:t>
            </a:r>
            <a:r>
              <a:rPr sz="2800" b="1" spc="360" dirty="0">
                <a:solidFill>
                  <a:srgbClr val="0033CC"/>
                </a:solidFill>
                <a:latin typeface="Cambria"/>
                <a:cs typeface="Cambria"/>
              </a:rPr>
              <a:t> </a:t>
            </a:r>
            <a:r>
              <a:rPr sz="2800" b="1" spc="145" dirty="0">
                <a:solidFill>
                  <a:srgbClr val="0033CC"/>
                </a:solidFill>
                <a:latin typeface="Cambria"/>
                <a:cs typeface="Cambria"/>
              </a:rPr>
              <a:t>(JAVA)</a:t>
            </a:r>
            <a:endParaRPr sz="2800" dirty="0">
              <a:latin typeface="Cambria"/>
              <a:cs typeface="Cambria"/>
            </a:endParaRPr>
          </a:p>
          <a:p>
            <a:pPr marL="712470" algn="ctr">
              <a:lnSpc>
                <a:spcPct val="100000"/>
              </a:lnSpc>
              <a:spcBef>
                <a:spcPts val="1575"/>
              </a:spcBef>
            </a:pPr>
            <a:r>
              <a:rPr sz="3600" b="1" dirty="0">
                <a:solidFill>
                  <a:srgbClr val="C00000"/>
                </a:solidFill>
                <a:latin typeface="Arial"/>
                <a:cs typeface="Arial"/>
              </a:rPr>
              <a:t>PROJECT</a:t>
            </a:r>
            <a:r>
              <a:rPr sz="3600" b="1" spc="-3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3600" b="1" dirty="0">
                <a:solidFill>
                  <a:srgbClr val="C00000"/>
                </a:solidFill>
                <a:latin typeface="Arial"/>
                <a:cs typeface="Arial"/>
              </a:rPr>
              <a:t>REVIEW</a:t>
            </a:r>
            <a:r>
              <a:rPr sz="3600" b="1" spc="-3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3600" b="1" dirty="0">
                <a:solidFill>
                  <a:srgbClr val="C00000"/>
                </a:solidFill>
                <a:latin typeface="Arial"/>
                <a:cs typeface="Arial"/>
              </a:rPr>
              <a:t>:</a:t>
            </a:r>
            <a:r>
              <a:rPr sz="3600" b="1" spc="-3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3600" b="1" dirty="0">
                <a:solidFill>
                  <a:srgbClr val="C00000"/>
                </a:solidFill>
                <a:latin typeface="Arial"/>
                <a:cs typeface="Arial"/>
              </a:rPr>
              <a:t>MILESTONE</a:t>
            </a:r>
            <a:r>
              <a:rPr sz="3600" b="1" spc="-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3600" b="1" dirty="0">
                <a:solidFill>
                  <a:srgbClr val="C00000"/>
                </a:solidFill>
                <a:latin typeface="Arial"/>
                <a:cs typeface="Arial"/>
              </a:rPr>
              <a:t>PROJECT</a:t>
            </a:r>
            <a:r>
              <a:rPr sz="3600" b="1" spc="-3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3600" b="1" dirty="0">
                <a:solidFill>
                  <a:srgbClr val="C00000"/>
                </a:solidFill>
                <a:latin typeface="Arial"/>
                <a:cs typeface="Arial"/>
              </a:rPr>
              <a:t>–</a:t>
            </a:r>
            <a:r>
              <a:rPr sz="3600" b="1" spc="-3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3600" b="1" spc="-50" dirty="0">
                <a:solidFill>
                  <a:srgbClr val="C00000"/>
                </a:solidFill>
                <a:latin typeface="Arial"/>
                <a:cs typeface="Arial"/>
              </a:rPr>
              <a:t>1</a:t>
            </a:r>
            <a:endParaRPr sz="36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75"/>
              </a:spcBef>
            </a:pPr>
            <a:endParaRPr sz="3600" dirty="0">
              <a:latin typeface="Arial"/>
              <a:cs typeface="Arial"/>
            </a:endParaRPr>
          </a:p>
          <a:p>
            <a:pPr marL="712470" algn="ctr">
              <a:lnSpc>
                <a:spcPct val="100000"/>
              </a:lnSpc>
              <a:spcBef>
                <a:spcPts val="5"/>
              </a:spcBef>
            </a:pPr>
            <a:r>
              <a:rPr sz="3600" b="1" dirty="0">
                <a:solidFill>
                  <a:srgbClr val="C00000"/>
                </a:solidFill>
                <a:latin typeface="Arial"/>
                <a:cs typeface="Arial"/>
              </a:rPr>
              <a:t>Date:</a:t>
            </a:r>
            <a:r>
              <a:rPr sz="3600" b="1" spc="1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en-US" sz="3600" b="1" spc="-10" dirty="0">
                <a:solidFill>
                  <a:srgbClr val="C00000"/>
                </a:solidFill>
                <a:latin typeface="Arial"/>
                <a:cs typeface="Arial"/>
              </a:rPr>
              <a:t>23</a:t>
            </a:r>
            <a:r>
              <a:rPr sz="3600" b="1" spc="-10" dirty="0">
                <a:solidFill>
                  <a:srgbClr val="C00000"/>
                </a:solidFill>
                <a:latin typeface="Arial"/>
                <a:cs typeface="Arial"/>
              </a:rPr>
              <a:t>-0</a:t>
            </a:r>
            <a:r>
              <a:rPr lang="en-IN" sz="3600" b="1" spc="-10" dirty="0">
                <a:solidFill>
                  <a:srgbClr val="C00000"/>
                </a:solidFill>
                <a:latin typeface="Arial"/>
                <a:cs typeface="Arial"/>
              </a:rPr>
              <a:t>3</a:t>
            </a:r>
            <a:r>
              <a:rPr sz="3600" b="1" spc="-10" dirty="0">
                <a:solidFill>
                  <a:srgbClr val="C00000"/>
                </a:solidFill>
                <a:latin typeface="Arial"/>
                <a:cs typeface="Arial"/>
              </a:rPr>
              <a:t>-</a:t>
            </a:r>
            <a:r>
              <a:rPr sz="3600" b="1" spc="-20" dirty="0">
                <a:solidFill>
                  <a:srgbClr val="C00000"/>
                </a:solidFill>
                <a:latin typeface="Arial"/>
                <a:cs typeface="Arial"/>
              </a:rPr>
              <a:t>2026</a:t>
            </a:r>
            <a:endParaRPr sz="3600" dirty="0">
              <a:latin typeface="Arial"/>
              <a:cs typeface="Arial"/>
            </a:endParaRPr>
          </a:p>
          <a:p>
            <a:pPr marL="866775">
              <a:lnSpc>
                <a:spcPct val="100000"/>
              </a:lnSpc>
              <a:spcBef>
                <a:spcPts val="3895"/>
              </a:spcBef>
            </a:pPr>
            <a:r>
              <a:rPr sz="4400" dirty="0">
                <a:latin typeface="Calibri"/>
                <a:cs typeface="Calibri"/>
              </a:rPr>
              <a:t>END</a:t>
            </a:r>
            <a:r>
              <a:rPr sz="4400" spc="-90" dirty="0">
                <a:latin typeface="Calibri"/>
                <a:cs typeface="Calibri"/>
              </a:rPr>
              <a:t> </a:t>
            </a:r>
            <a:r>
              <a:rPr sz="4400" dirty="0">
                <a:latin typeface="Calibri"/>
                <a:cs typeface="Calibri"/>
              </a:rPr>
              <a:t>TO</a:t>
            </a:r>
            <a:r>
              <a:rPr sz="4400" spc="-85" dirty="0">
                <a:latin typeface="Calibri"/>
                <a:cs typeface="Calibri"/>
              </a:rPr>
              <a:t> </a:t>
            </a:r>
            <a:r>
              <a:rPr sz="4400" dirty="0">
                <a:latin typeface="Calibri"/>
                <a:cs typeface="Calibri"/>
              </a:rPr>
              <a:t>END</a:t>
            </a:r>
            <a:r>
              <a:rPr sz="4400" spc="-90" dirty="0">
                <a:latin typeface="Calibri"/>
                <a:cs typeface="Calibri"/>
              </a:rPr>
              <a:t> </a:t>
            </a:r>
            <a:r>
              <a:rPr sz="4400" dirty="0">
                <a:latin typeface="Calibri"/>
                <a:cs typeface="Calibri"/>
              </a:rPr>
              <a:t>EVENT</a:t>
            </a:r>
            <a:r>
              <a:rPr sz="4400" spc="-90" dirty="0">
                <a:latin typeface="Calibri"/>
                <a:cs typeface="Calibri"/>
              </a:rPr>
              <a:t> </a:t>
            </a:r>
            <a:r>
              <a:rPr sz="4400" dirty="0">
                <a:latin typeface="Calibri"/>
                <a:cs typeface="Calibri"/>
              </a:rPr>
              <a:t>LIFE</a:t>
            </a:r>
            <a:r>
              <a:rPr sz="4400" spc="-65" dirty="0">
                <a:latin typeface="Calibri"/>
                <a:cs typeface="Calibri"/>
              </a:rPr>
              <a:t> </a:t>
            </a:r>
            <a:r>
              <a:rPr sz="4400" dirty="0">
                <a:latin typeface="Calibri"/>
                <a:cs typeface="Calibri"/>
              </a:rPr>
              <a:t>CYCLE</a:t>
            </a:r>
            <a:r>
              <a:rPr sz="4400" spc="-75" dirty="0">
                <a:latin typeface="Calibri"/>
                <a:cs typeface="Calibri"/>
              </a:rPr>
              <a:t> </a:t>
            </a:r>
            <a:r>
              <a:rPr sz="4400" dirty="0">
                <a:latin typeface="Calibri"/>
                <a:cs typeface="Calibri"/>
              </a:rPr>
              <a:t>&amp;</a:t>
            </a:r>
            <a:r>
              <a:rPr sz="4400" spc="-80" dirty="0">
                <a:latin typeface="Calibri"/>
                <a:cs typeface="Calibri"/>
              </a:rPr>
              <a:t> </a:t>
            </a:r>
            <a:r>
              <a:rPr sz="4400" dirty="0">
                <a:latin typeface="Calibri"/>
                <a:cs typeface="Calibri"/>
              </a:rPr>
              <a:t>TICKETING</a:t>
            </a:r>
            <a:r>
              <a:rPr sz="4400" spc="-80" dirty="0">
                <a:latin typeface="Calibri"/>
                <a:cs typeface="Calibri"/>
              </a:rPr>
              <a:t> </a:t>
            </a:r>
            <a:r>
              <a:rPr sz="4400" spc="-10" dirty="0">
                <a:latin typeface="Calibri"/>
                <a:cs typeface="Calibri"/>
              </a:rPr>
              <a:t>PLATFORM</a:t>
            </a:r>
            <a:endParaRPr sz="4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080"/>
              </a:spcBef>
            </a:pPr>
            <a:r>
              <a:rPr sz="3200" b="1" dirty="0">
                <a:latin typeface="Cambria"/>
                <a:cs typeface="Cambria"/>
              </a:rPr>
              <a:t>SDG:</a:t>
            </a:r>
            <a:r>
              <a:rPr sz="3200" b="1" spc="-45" dirty="0">
                <a:latin typeface="Cambria"/>
                <a:cs typeface="Cambria"/>
              </a:rPr>
              <a:t> </a:t>
            </a:r>
            <a:r>
              <a:rPr sz="3200" b="1" dirty="0">
                <a:latin typeface="Cambria"/>
                <a:cs typeface="Cambria"/>
              </a:rPr>
              <a:t>SDG</a:t>
            </a:r>
            <a:r>
              <a:rPr sz="3200" b="1" spc="-45" dirty="0">
                <a:latin typeface="Cambria"/>
                <a:cs typeface="Cambria"/>
              </a:rPr>
              <a:t> </a:t>
            </a:r>
            <a:r>
              <a:rPr sz="3200" b="1" dirty="0">
                <a:latin typeface="Cambria"/>
                <a:cs typeface="Cambria"/>
              </a:rPr>
              <a:t>No</a:t>
            </a:r>
            <a:r>
              <a:rPr sz="3200" b="1" spc="-30" dirty="0">
                <a:latin typeface="Cambria"/>
                <a:cs typeface="Cambria"/>
              </a:rPr>
              <a:t> </a:t>
            </a:r>
            <a:r>
              <a:rPr sz="3200" b="1" dirty="0">
                <a:latin typeface="Cambria"/>
                <a:cs typeface="Cambria"/>
              </a:rPr>
              <a:t>–</a:t>
            </a:r>
            <a:r>
              <a:rPr lang="en-US" sz="3200" b="1" dirty="0">
                <a:latin typeface="Cambria"/>
                <a:cs typeface="Cambria"/>
              </a:rPr>
              <a:t>9</a:t>
            </a:r>
            <a:r>
              <a:rPr sz="3200" b="1" spc="-35" dirty="0">
                <a:latin typeface="Cambria"/>
                <a:cs typeface="Cambria"/>
              </a:rPr>
              <a:t> </a:t>
            </a:r>
            <a:r>
              <a:rPr sz="3200" b="1" dirty="0">
                <a:latin typeface="Cambria"/>
                <a:cs typeface="Cambria"/>
              </a:rPr>
              <a:t>(</a:t>
            </a:r>
            <a:r>
              <a:rPr lang="en-IN" sz="3200" dirty="0">
                <a:latin typeface="Cambria" panose="02040503050406030204" pitchFamily="18" charset="0"/>
                <a:ea typeface="Cambria" panose="02040503050406030204" pitchFamily="18" charset="0"/>
              </a:rPr>
              <a:t>Industry, Innovation and Infrastructure</a:t>
            </a:r>
            <a:r>
              <a:rPr sz="3200" b="1" spc="-10" dirty="0">
                <a:latin typeface="Cambria"/>
                <a:cs typeface="Cambria"/>
              </a:rPr>
              <a:t>)</a:t>
            </a:r>
            <a:endParaRPr sz="3200" dirty="0">
              <a:latin typeface="Cambria"/>
              <a:cs typeface="Cambri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287001" y="7758379"/>
            <a:ext cx="6858000" cy="1872307"/>
          </a:xfrm>
          <a:prstGeom prst="rect">
            <a:avLst/>
          </a:prstGeom>
        </p:spPr>
        <p:txBody>
          <a:bodyPr vert="horz" wrap="square" lIns="0" tIns="241300" rIns="0" bIns="0" rtlCol="0">
            <a:spAutoFit/>
          </a:bodyPr>
          <a:lstStyle/>
          <a:p>
            <a:pPr marL="12700">
              <a:spcBef>
                <a:spcPts val="1900"/>
              </a:spcBef>
            </a:pPr>
            <a:r>
              <a:rPr sz="3000" b="1" dirty="0">
                <a:latin typeface="Cambria"/>
                <a:cs typeface="Cambria"/>
              </a:rPr>
              <a:t>Courses</a:t>
            </a:r>
            <a:r>
              <a:rPr sz="3000" b="1" spc="-40" dirty="0">
                <a:latin typeface="Cambria"/>
                <a:cs typeface="Cambria"/>
              </a:rPr>
              <a:t> </a:t>
            </a:r>
            <a:r>
              <a:rPr sz="3000" b="1" dirty="0">
                <a:latin typeface="Cambria"/>
                <a:cs typeface="Cambria"/>
              </a:rPr>
              <a:t>Handling</a:t>
            </a:r>
            <a:r>
              <a:rPr sz="3000" b="1" spc="-55" dirty="0">
                <a:latin typeface="Cambria"/>
                <a:cs typeface="Cambria"/>
              </a:rPr>
              <a:t> </a:t>
            </a:r>
            <a:r>
              <a:rPr sz="3000" b="1" spc="-10" dirty="0">
                <a:latin typeface="Cambria"/>
                <a:cs typeface="Cambria"/>
              </a:rPr>
              <a:t>Faculty:</a:t>
            </a:r>
            <a:r>
              <a:rPr lang="en-US" sz="3000" b="1" spc="-10" dirty="0">
                <a:latin typeface="Cambria"/>
                <a:cs typeface="Cambria"/>
              </a:rPr>
              <a:t>                          </a:t>
            </a:r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Dr. S . HEMAMALINI – M.E., Ph.D.,</a:t>
            </a:r>
            <a:endParaRPr lang="en-IN" sz="3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2700">
              <a:lnSpc>
                <a:spcPct val="100000"/>
              </a:lnSpc>
              <a:spcBef>
                <a:spcPts val="1900"/>
              </a:spcBef>
            </a:pPr>
            <a:endParaRPr sz="3000" dirty="0">
              <a:latin typeface="Cambria"/>
              <a:cs typeface="Cambri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72718" y="7728977"/>
            <a:ext cx="9695282" cy="1421543"/>
          </a:xfrm>
          <a:prstGeom prst="rect">
            <a:avLst/>
          </a:prstGeom>
        </p:spPr>
        <p:txBody>
          <a:bodyPr vert="horz" wrap="square" lIns="0" tIns="2520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85"/>
              </a:spcBef>
            </a:pPr>
            <a:r>
              <a:rPr sz="3000" b="1" dirty="0">
                <a:latin typeface="Cambria"/>
                <a:cs typeface="Cambria"/>
              </a:rPr>
              <a:t>Presented</a:t>
            </a:r>
            <a:r>
              <a:rPr sz="3000" b="1" spc="-140" dirty="0">
                <a:latin typeface="Cambria"/>
                <a:cs typeface="Cambria"/>
              </a:rPr>
              <a:t> </a:t>
            </a:r>
            <a:r>
              <a:rPr sz="3000" b="1" spc="-25" dirty="0">
                <a:latin typeface="Cambria"/>
                <a:cs typeface="Cambria"/>
              </a:rPr>
              <a:t>By:</a:t>
            </a:r>
            <a:endParaRPr sz="3000" dirty="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889"/>
              </a:spcBef>
            </a:pPr>
            <a:r>
              <a:rPr lang="en-US" sz="30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K.</a:t>
            </a:r>
            <a:r>
              <a:rPr lang="en-US" sz="3000" spc="-35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ABHIRAM</a:t>
            </a:r>
            <a:r>
              <a:rPr sz="3000" spc="-14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sz="3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–</a:t>
            </a:r>
            <a:r>
              <a:rPr sz="3000" spc="1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sz="3000" spc="15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VTU</a:t>
            </a:r>
            <a:r>
              <a:rPr lang="en-US" sz="30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25572</a:t>
            </a:r>
            <a:r>
              <a:rPr sz="30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sz="3000" spc="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Reg.No.2</a:t>
            </a:r>
            <a:r>
              <a:rPr lang="en-US" sz="30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3UECS</a:t>
            </a:r>
            <a:r>
              <a:rPr sz="30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  <a:r>
              <a:rPr lang="en-US" sz="30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12895" y="909827"/>
            <a:ext cx="946403" cy="237744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705612" y="1952244"/>
            <a:ext cx="993775" cy="992505"/>
          </a:xfrm>
          <a:custGeom>
            <a:avLst/>
            <a:gdLst/>
            <a:ahLst/>
            <a:cxnLst/>
            <a:rect l="l" t="t" r="r" b="b"/>
            <a:pathLst>
              <a:path w="993775" h="992505">
                <a:moveTo>
                  <a:pt x="496824" y="0"/>
                </a:moveTo>
                <a:lnTo>
                  <a:pt x="448977" y="2271"/>
                </a:lnTo>
                <a:lnTo>
                  <a:pt x="402417" y="8945"/>
                </a:lnTo>
                <a:lnTo>
                  <a:pt x="357351" y="19816"/>
                </a:lnTo>
                <a:lnTo>
                  <a:pt x="313989" y="34673"/>
                </a:lnTo>
                <a:lnTo>
                  <a:pt x="272538" y="53311"/>
                </a:lnTo>
                <a:lnTo>
                  <a:pt x="233207" y="75520"/>
                </a:lnTo>
                <a:lnTo>
                  <a:pt x="196203" y="101093"/>
                </a:lnTo>
                <a:lnTo>
                  <a:pt x="161736" y="129821"/>
                </a:lnTo>
                <a:lnTo>
                  <a:pt x="130012" y="161497"/>
                </a:lnTo>
                <a:lnTo>
                  <a:pt x="101241" y="195912"/>
                </a:lnTo>
                <a:lnTo>
                  <a:pt x="75630" y="232860"/>
                </a:lnTo>
                <a:lnTo>
                  <a:pt x="53388" y="272131"/>
                </a:lnTo>
                <a:lnTo>
                  <a:pt x="34724" y="313517"/>
                </a:lnTo>
                <a:lnTo>
                  <a:pt x="19844" y="356812"/>
                </a:lnTo>
                <a:lnTo>
                  <a:pt x="8958" y="401806"/>
                </a:lnTo>
                <a:lnTo>
                  <a:pt x="2274" y="448292"/>
                </a:lnTo>
                <a:lnTo>
                  <a:pt x="0" y="496061"/>
                </a:lnTo>
                <a:lnTo>
                  <a:pt x="2274" y="543831"/>
                </a:lnTo>
                <a:lnTo>
                  <a:pt x="8958" y="590317"/>
                </a:lnTo>
                <a:lnTo>
                  <a:pt x="19844" y="635311"/>
                </a:lnTo>
                <a:lnTo>
                  <a:pt x="34724" y="678606"/>
                </a:lnTo>
                <a:lnTo>
                  <a:pt x="53388" y="719992"/>
                </a:lnTo>
                <a:lnTo>
                  <a:pt x="75630" y="759263"/>
                </a:lnTo>
                <a:lnTo>
                  <a:pt x="101241" y="796211"/>
                </a:lnTo>
                <a:lnTo>
                  <a:pt x="130012" y="830626"/>
                </a:lnTo>
                <a:lnTo>
                  <a:pt x="161736" y="862302"/>
                </a:lnTo>
                <a:lnTo>
                  <a:pt x="196203" y="891030"/>
                </a:lnTo>
                <a:lnTo>
                  <a:pt x="233207" y="916603"/>
                </a:lnTo>
                <a:lnTo>
                  <a:pt x="272538" y="938812"/>
                </a:lnTo>
                <a:lnTo>
                  <a:pt x="313989" y="957450"/>
                </a:lnTo>
                <a:lnTo>
                  <a:pt x="357351" y="972307"/>
                </a:lnTo>
                <a:lnTo>
                  <a:pt x="402417" y="983178"/>
                </a:lnTo>
                <a:lnTo>
                  <a:pt x="448977" y="989852"/>
                </a:lnTo>
                <a:lnTo>
                  <a:pt x="496824" y="992124"/>
                </a:lnTo>
                <a:lnTo>
                  <a:pt x="544680" y="989852"/>
                </a:lnTo>
                <a:lnTo>
                  <a:pt x="591248" y="983178"/>
                </a:lnTo>
                <a:lnTo>
                  <a:pt x="636318" y="972307"/>
                </a:lnTo>
                <a:lnTo>
                  <a:pt x="679684" y="957450"/>
                </a:lnTo>
                <a:lnTo>
                  <a:pt x="721137" y="938812"/>
                </a:lnTo>
                <a:lnTo>
                  <a:pt x="760468" y="916603"/>
                </a:lnTo>
                <a:lnTo>
                  <a:pt x="797471" y="891030"/>
                </a:lnTo>
                <a:lnTo>
                  <a:pt x="831937" y="862302"/>
                </a:lnTo>
                <a:lnTo>
                  <a:pt x="863657" y="830626"/>
                </a:lnTo>
                <a:lnTo>
                  <a:pt x="892425" y="796211"/>
                </a:lnTo>
                <a:lnTo>
                  <a:pt x="918032" y="759263"/>
                </a:lnTo>
                <a:lnTo>
                  <a:pt x="940270" y="719992"/>
                </a:lnTo>
                <a:lnTo>
                  <a:pt x="958931" y="678606"/>
                </a:lnTo>
                <a:lnTo>
                  <a:pt x="973808" y="635311"/>
                </a:lnTo>
                <a:lnTo>
                  <a:pt x="984691" y="590317"/>
                </a:lnTo>
                <a:lnTo>
                  <a:pt x="991374" y="543831"/>
                </a:lnTo>
                <a:lnTo>
                  <a:pt x="993648" y="496061"/>
                </a:lnTo>
                <a:lnTo>
                  <a:pt x="991374" y="448292"/>
                </a:lnTo>
                <a:lnTo>
                  <a:pt x="984691" y="401806"/>
                </a:lnTo>
                <a:lnTo>
                  <a:pt x="973808" y="356812"/>
                </a:lnTo>
                <a:lnTo>
                  <a:pt x="958931" y="313517"/>
                </a:lnTo>
                <a:lnTo>
                  <a:pt x="940270" y="272131"/>
                </a:lnTo>
                <a:lnTo>
                  <a:pt x="918032" y="232860"/>
                </a:lnTo>
                <a:lnTo>
                  <a:pt x="892425" y="195912"/>
                </a:lnTo>
                <a:lnTo>
                  <a:pt x="863657" y="161497"/>
                </a:lnTo>
                <a:lnTo>
                  <a:pt x="831937" y="129821"/>
                </a:lnTo>
                <a:lnTo>
                  <a:pt x="797471" y="101093"/>
                </a:lnTo>
                <a:lnTo>
                  <a:pt x="760468" y="75520"/>
                </a:lnTo>
                <a:lnTo>
                  <a:pt x="721137" y="53311"/>
                </a:lnTo>
                <a:lnTo>
                  <a:pt x="679684" y="34673"/>
                </a:lnTo>
                <a:lnTo>
                  <a:pt x="636318" y="19816"/>
                </a:lnTo>
                <a:lnTo>
                  <a:pt x="591248" y="8945"/>
                </a:lnTo>
                <a:lnTo>
                  <a:pt x="544680" y="2271"/>
                </a:lnTo>
                <a:lnTo>
                  <a:pt x="496824" y="0"/>
                </a:lnTo>
                <a:close/>
              </a:path>
            </a:pathLst>
          </a:custGeom>
          <a:solidFill>
            <a:srgbClr val="FC611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127556" y="2179701"/>
            <a:ext cx="14859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-570" dirty="0">
                <a:solidFill>
                  <a:srgbClr val="FFFDFD"/>
                </a:solidFill>
                <a:latin typeface="Tahoma"/>
                <a:cs typeface="Tahoma"/>
              </a:rPr>
              <a:t>1</a:t>
            </a:r>
            <a:endParaRPr sz="27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47927" y="4447032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16583" y="4558029"/>
            <a:ext cx="1708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60" dirty="0">
                <a:solidFill>
                  <a:srgbClr val="181818"/>
                </a:solidFill>
                <a:latin typeface="Tahoma"/>
                <a:cs typeface="Tahoma"/>
              </a:rPr>
              <a:t>4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47927" y="3107435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4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4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1124203" y="3217925"/>
            <a:ext cx="1555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40" dirty="0">
                <a:solidFill>
                  <a:srgbClr val="181818"/>
                </a:solidFill>
                <a:latin typeface="Tahoma"/>
                <a:cs typeface="Tahoma"/>
              </a:rPr>
              <a:t>2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947927" y="5116067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4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4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122680" y="5226557"/>
            <a:ext cx="1581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5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47927" y="3776471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1122680" y="3887215"/>
            <a:ext cx="1581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3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947927" y="6455664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4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4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1124203" y="6566661"/>
            <a:ext cx="154940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30" dirty="0">
                <a:solidFill>
                  <a:srgbClr val="181818"/>
                </a:solidFill>
                <a:latin typeface="Tahoma"/>
                <a:cs typeface="Tahoma"/>
              </a:rPr>
              <a:t>7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947927" y="5785103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4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4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1119632" y="5895847"/>
            <a:ext cx="16573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6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947927" y="7123176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4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4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1121155" y="7234555"/>
            <a:ext cx="16192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95" dirty="0">
                <a:solidFill>
                  <a:srgbClr val="181818"/>
                </a:solidFill>
                <a:latin typeface="Tahoma"/>
                <a:cs typeface="Tahoma"/>
              </a:rPr>
              <a:t>8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47927" y="7790688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1119632" y="7902320"/>
            <a:ext cx="16573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9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2707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INTRODUCTION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2288794" y="2133346"/>
            <a:ext cx="14925675" cy="4903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620" indent="-4445">
              <a:lnSpc>
                <a:spcPct val="100000"/>
              </a:lnSpc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Calibri"/>
                <a:cs typeface="Calibri"/>
              </a:rPr>
              <a:t>	A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ticketing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system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software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platform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designed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manage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track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requests,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issues, </a:t>
            </a:r>
            <a:r>
              <a:rPr sz="3200" dirty="0">
                <a:latin typeface="Calibri"/>
                <a:cs typeface="Calibri"/>
              </a:rPr>
              <a:t>or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tasks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efficiently.</a:t>
            </a:r>
            <a:endParaRPr sz="3200">
              <a:latin typeface="Calibri"/>
              <a:cs typeface="Calibri"/>
            </a:endParaRPr>
          </a:p>
          <a:p>
            <a:pPr marL="12700" marR="6350" indent="-4445">
              <a:lnSpc>
                <a:spcPct val="100000"/>
              </a:lnSpc>
              <a:spcBef>
                <a:spcPts val="5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Calibri"/>
                <a:cs typeface="Calibri"/>
              </a:rPr>
              <a:t>	It</a:t>
            </a:r>
            <a:r>
              <a:rPr sz="3200" spc="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enables</a:t>
            </a:r>
            <a:r>
              <a:rPr sz="3200" spc="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users</a:t>
            </a:r>
            <a:r>
              <a:rPr sz="3200" spc="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submit</a:t>
            </a:r>
            <a:r>
              <a:rPr sz="3200" spc="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tickets</a:t>
            </a:r>
            <a:r>
              <a:rPr sz="3200" spc="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through</a:t>
            </a:r>
            <a:r>
              <a:rPr sz="3200" spc="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multiple</a:t>
            </a:r>
            <a:r>
              <a:rPr sz="3200" spc="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channels</a:t>
            </a:r>
            <a:r>
              <a:rPr sz="3200" spc="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such</a:t>
            </a:r>
            <a:r>
              <a:rPr sz="3200" spc="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as</a:t>
            </a:r>
            <a:r>
              <a:rPr sz="3200" spc="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email,</a:t>
            </a:r>
            <a:r>
              <a:rPr sz="3200" spc="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web</a:t>
            </a:r>
            <a:r>
              <a:rPr sz="3200" spc="4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portals, </a:t>
            </a:r>
            <a:r>
              <a:rPr sz="3200" dirty="0">
                <a:latin typeface="Calibri"/>
                <a:cs typeface="Calibri"/>
              </a:rPr>
              <a:t>chat,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or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phone.</a:t>
            </a:r>
            <a:endParaRPr sz="3200">
              <a:latin typeface="Calibri"/>
              <a:cs typeface="Calibri"/>
            </a:endParaRPr>
          </a:p>
          <a:p>
            <a:pPr marL="12700" marR="5080" indent="-4445">
              <a:lnSpc>
                <a:spcPct val="100000"/>
              </a:lnSpc>
              <a:buSzPct val="96875"/>
              <a:buFont typeface="Wingdings"/>
              <a:buChar char=""/>
              <a:tabLst>
                <a:tab pos="334010" algn="l"/>
                <a:tab pos="967740" algn="l"/>
                <a:tab pos="2333625" algn="l"/>
                <a:tab pos="4318000" algn="l"/>
                <a:tab pos="5845175" algn="l"/>
                <a:tab pos="8050530" algn="l"/>
                <a:tab pos="8896350" algn="l"/>
                <a:tab pos="11248390" algn="l"/>
                <a:tab pos="12450445" algn="l"/>
                <a:tab pos="13100050" algn="l"/>
              </a:tabLst>
            </a:pPr>
            <a:r>
              <a:rPr sz="3200" spc="-25" dirty="0">
                <a:latin typeface="Calibri"/>
                <a:cs typeface="Calibri"/>
              </a:rPr>
              <a:t>	he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system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automates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routing,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assignment,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and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prioritization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based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on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0" dirty="0">
                <a:latin typeface="Calibri"/>
                <a:cs typeface="Calibri"/>
              </a:rPr>
              <a:t>predefined </a:t>
            </a:r>
            <a:r>
              <a:rPr sz="3200" dirty="0">
                <a:latin typeface="Calibri"/>
                <a:cs typeface="Calibri"/>
              </a:rPr>
              <a:t>workflows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SLA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rules.</a:t>
            </a:r>
            <a:endParaRPr sz="3200">
              <a:latin typeface="Calibri"/>
              <a:cs typeface="Calibri"/>
            </a:endParaRPr>
          </a:p>
          <a:p>
            <a:pPr marL="12700" marR="8255" indent="-4445">
              <a:lnSpc>
                <a:spcPct val="100000"/>
              </a:lnSpc>
              <a:buSzPct val="96875"/>
              <a:buFont typeface="Wingdings"/>
              <a:buChar char=""/>
              <a:tabLst>
                <a:tab pos="334010" algn="l"/>
                <a:tab pos="1617345" algn="l"/>
                <a:tab pos="2346960" algn="l"/>
                <a:tab pos="4354830" algn="l"/>
                <a:tab pos="6137910" algn="l"/>
                <a:tab pos="7457440" algn="l"/>
                <a:tab pos="8782050" algn="l"/>
                <a:tab pos="9556115" algn="l"/>
                <a:tab pos="11960225" algn="l"/>
                <a:tab pos="12846685" algn="l"/>
                <a:tab pos="13868400" algn="l"/>
              </a:tabLst>
            </a:pPr>
            <a:r>
              <a:rPr sz="3200" spc="-10" dirty="0">
                <a:latin typeface="Calibri"/>
                <a:cs typeface="Calibri"/>
              </a:rPr>
              <a:t>	Agents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can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collaborate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internally,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update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tickets,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and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communicate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0" dirty="0">
                <a:latin typeface="Calibri"/>
                <a:cs typeface="Calibri"/>
              </a:rPr>
              <a:t>with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0" dirty="0">
                <a:latin typeface="Calibri"/>
                <a:cs typeface="Calibri"/>
              </a:rPr>
              <a:t>users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within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platform.</a:t>
            </a:r>
            <a:endParaRPr sz="3200">
              <a:latin typeface="Calibri"/>
              <a:cs typeface="Calibri"/>
            </a:endParaRPr>
          </a:p>
          <a:p>
            <a:pPr marL="12700" marR="6985" indent="-4445">
              <a:lnSpc>
                <a:spcPct val="100000"/>
              </a:lnSpc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Calibri"/>
                <a:cs typeface="Calibri"/>
              </a:rPr>
              <a:t>	A</a:t>
            </a:r>
            <a:r>
              <a:rPr sz="3200" spc="1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centralized</a:t>
            </a:r>
            <a:r>
              <a:rPr sz="3200" spc="20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database</a:t>
            </a:r>
            <a:r>
              <a:rPr sz="3200" spc="1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stores</a:t>
            </a:r>
            <a:r>
              <a:rPr sz="3200" spc="1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all</a:t>
            </a:r>
            <a:r>
              <a:rPr sz="3200" spc="1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ticket</a:t>
            </a:r>
            <a:r>
              <a:rPr sz="3200" spc="1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details,</a:t>
            </a:r>
            <a:r>
              <a:rPr sz="3200" spc="1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user</a:t>
            </a:r>
            <a:r>
              <a:rPr sz="3200" spc="1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information,</a:t>
            </a:r>
            <a:r>
              <a:rPr sz="3200" spc="1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communications,</a:t>
            </a:r>
            <a:r>
              <a:rPr sz="3200" spc="17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and </a:t>
            </a:r>
            <a:r>
              <a:rPr sz="3200" spc="-10" dirty="0">
                <a:latin typeface="Calibri"/>
                <a:cs typeface="Calibri"/>
              </a:rPr>
              <a:t>attachments.</a:t>
            </a:r>
            <a:endParaRPr sz="3200"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288794" y="7011161"/>
            <a:ext cx="1492821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4010" indent="-325755">
              <a:lnSpc>
                <a:spcPct val="100000"/>
              </a:lnSpc>
              <a:spcBef>
                <a:spcPts val="105"/>
              </a:spcBef>
              <a:buSzPct val="96875"/>
              <a:buFont typeface="Wingdings"/>
              <a:buChar char=""/>
              <a:tabLst>
                <a:tab pos="334010" algn="l"/>
                <a:tab pos="1015365" algn="l"/>
                <a:tab pos="2425065" algn="l"/>
                <a:tab pos="4104640" algn="l"/>
                <a:tab pos="5814695" algn="l"/>
                <a:tab pos="6704965" algn="l"/>
                <a:tab pos="8515350" algn="l"/>
                <a:tab pos="9128125" algn="l"/>
                <a:tab pos="10730230" algn="l"/>
                <a:tab pos="13234035" algn="l"/>
                <a:tab pos="14321155" algn="l"/>
              </a:tabLst>
            </a:pPr>
            <a:r>
              <a:rPr sz="3200" spc="-25" dirty="0">
                <a:latin typeface="Calibri"/>
                <a:cs typeface="Calibri"/>
              </a:rPr>
              <a:t>he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system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provides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analytics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and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reporting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to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monitor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performance,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0" dirty="0">
                <a:latin typeface="Calibri"/>
                <a:cs typeface="Calibri"/>
              </a:rPr>
              <a:t>track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SLA</a:t>
            </a:r>
            <a:endParaRPr sz="3200"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288794" y="7498842"/>
            <a:ext cx="14925675" cy="1976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3200" dirty="0">
                <a:latin typeface="Calibri"/>
                <a:cs typeface="Calibri"/>
              </a:rPr>
              <a:t>compliance,</a:t>
            </a:r>
            <a:r>
              <a:rPr sz="3200" spc="-1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identify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trends.</a:t>
            </a:r>
            <a:endParaRPr sz="3200">
              <a:latin typeface="Calibri"/>
              <a:cs typeface="Calibri"/>
            </a:endParaRPr>
          </a:p>
          <a:p>
            <a:pPr marL="12700" marR="5080" indent="-4445" algn="just">
              <a:lnSpc>
                <a:spcPct val="100000"/>
              </a:lnSpc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Calibri"/>
                <a:cs typeface="Calibri"/>
              </a:rPr>
              <a:t>	By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streamlining</a:t>
            </a:r>
            <a:r>
              <a:rPr sz="3200" spc="-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ticket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lifecycle,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it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reduces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resolution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time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improves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productivity. </a:t>
            </a:r>
            <a:r>
              <a:rPr sz="3200" dirty="0">
                <a:latin typeface="Calibri"/>
                <a:cs typeface="Calibri"/>
              </a:rPr>
              <a:t>Overall,</a:t>
            </a:r>
            <a:r>
              <a:rPr sz="3200" spc="140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it</a:t>
            </a:r>
            <a:r>
              <a:rPr sz="3200" spc="14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enhances</a:t>
            </a:r>
            <a:r>
              <a:rPr sz="3200" spc="150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user</a:t>
            </a:r>
            <a:r>
              <a:rPr sz="3200" spc="130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satisfaction</a:t>
            </a:r>
            <a:r>
              <a:rPr sz="3200" spc="150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150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supports</a:t>
            </a:r>
            <a:r>
              <a:rPr sz="3200" spc="150" dirty="0">
                <a:latin typeface="Calibri"/>
                <a:cs typeface="Calibri"/>
              </a:rPr>
              <a:t>  </a:t>
            </a:r>
            <a:r>
              <a:rPr sz="3200" spc="-35" dirty="0">
                <a:latin typeface="Calibri"/>
                <a:cs typeface="Calibri"/>
              </a:rPr>
              <a:t>data-</a:t>
            </a:r>
            <a:r>
              <a:rPr sz="3200" dirty="0">
                <a:latin typeface="Calibri"/>
                <a:cs typeface="Calibri"/>
              </a:rPr>
              <a:t>driven</a:t>
            </a:r>
            <a:r>
              <a:rPr sz="3200" spc="150" dirty="0">
                <a:latin typeface="Calibri"/>
                <a:cs typeface="Calibri"/>
              </a:rPr>
              <a:t>  </a:t>
            </a:r>
            <a:r>
              <a:rPr sz="3200" spc="-10" dirty="0">
                <a:latin typeface="Calibri"/>
                <a:cs typeface="Calibri"/>
              </a:rPr>
              <a:t>decision-</a:t>
            </a:r>
            <a:r>
              <a:rPr sz="3200" dirty="0">
                <a:latin typeface="Calibri"/>
                <a:cs typeface="Calibri"/>
              </a:rPr>
              <a:t>making</a:t>
            </a:r>
            <a:r>
              <a:rPr sz="3200" spc="150" dirty="0">
                <a:latin typeface="Calibri"/>
                <a:cs typeface="Calibri"/>
              </a:rPr>
              <a:t>  </a:t>
            </a:r>
            <a:r>
              <a:rPr sz="3200" spc="-25" dirty="0">
                <a:latin typeface="Calibri"/>
                <a:cs typeface="Calibri"/>
              </a:rPr>
              <a:t>for </a:t>
            </a:r>
            <a:r>
              <a:rPr sz="3200" spc="-10" dirty="0">
                <a:latin typeface="Calibri"/>
                <a:cs typeface="Calibri"/>
              </a:rPr>
              <a:t>organizations.</a:t>
            </a:r>
            <a:endParaRPr sz="3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12895" y="909827"/>
            <a:ext cx="946403" cy="237744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708659" y="2648711"/>
            <a:ext cx="993775" cy="992505"/>
          </a:xfrm>
          <a:custGeom>
            <a:avLst/>
            <a:gdLst/>
            <a:ahLst/>
            <a:cxnLst/>
            <a:rect l="l" t="t" r="r" b="b"/>
            <a:pathLst>
              <a:path w="993775" h="992504">
                <a:moveTo>
                  <a:pt x="496824" y="0"/>
                </a:moveTo>
                <a:lnTo>
                  <a:pt x="448977" y="2271"/>
                </a:lnTo>
                <a:lnTo>
                  <a:pt x="402417" y="8945"/>
                </a:lnTo>
                <a:lnTo>
                  <a:pt x="357351" y="19816"/>
                </a:lnTo>
                <a:lnTo>
                  <a:pt x="313989" y="34673"/>
                </a:lnTo>
                <a:lnTo>
                  <a:pt x="272538" y="53311"/>
                </a:lnTo>
                <a:lnTo>
                  <a:pt x="233207" y="75520"/>
                </a:lnTo>
                <a:lnTo>
                  <a:pt x="196203" y="101093"/>
                </a:lnTo>
                <a:lnTo>
                  <a:pt x="161736" y="129821"/>
                </a:lnTo>
                <a:lnTo>
                  <a:pt x="130012" y="161497"/>
                </a:lnTo>
                <a:lnTo>
                  <a:pt x="101241" y="195912"/>
                </a:lnTo>
                <a:lnTo>
                  <a:pt x="75630" y="232860"/>
                </a:lnTo>
                <a:lnTo>
                  <a:pt x="53388" y="272131"/>
                </a:lnTo>
                <a:lnTo>
                  <a:pt x="34724" y="313517"/>
                </a:lnTo>
                <a:lnTo>
                  <a:pt x="19844" y="356812"/>
                </a:lnTo>
                <a:lnTo>
                  <a:pt x="8958" y="401806"/>
                </a:lnTo>
                <a:lnTo>
                  <a:pt x="2274" y="448292"/>
                </a:lnTo>
                <a:lnTo>
                  <a:pt x="0" y="496062"/>
                </a:lnTo>
                <a:lnTo>
                  <a:pt x="2274" y="543831"/>
                </a:lnTo>
                <a:lnTo>
                  <a:pt x="8958" y="590317"/>
                </a:lnTo>
                <a:lnTo>
                  <a:pt x="19844" y="635311"/>
                </a:lnTo>
                <a:lnTo>
                  <a:pt x="34724" y="678606"/>
                </a:lnTo>
                <a:lnTo>
                  <a:pt x="53388" y="719992"/>
                </a:lnTo>
                <a:lnTo>
                  <a:pt x="75630" y="759263"/>
                </a:lnTo>
                <a:lnTo>
                  <a:pt x="101241" y="796211"/>
                </a:lnTo>
                <a:lnTo>
                  <a:pt x="130012" y="830626"/>
                </a:lnTo>
                <a:lnTo>
                  <a:pt x="161736" y="862302"/>
                </a:lnTo>
                <a:lnTo>
                  <a:pt x="196203" y="891030"/>
                </a:lnTo>
                <a:lnTo>
                  <a:pt x="233207" y="916603"/>
                </a:lnTo>
                <a:lnTo>
                  <a:pt x="272538" y="938812"/>
                </a:lnTo>
                <a:lnTo>
                  <a:pt x="313989" y="957450"/>
                </a:lnTo>
                <a:lnTo>
                  <a:pt x="357351" y="972307"/>
                </a:lnTo>
                <a:lnTo>
                  <a:pt x="402417" y="983178"/>
                </a:lnTo>
                <a:lnTo>
                  <a:pt x="448977" y="989852"/>
                </a:lnTo>
                <a:lnTo>
                  <a:pt x="496824" y="992124"/>
                </a:lnTo>
                <a:lnTo>
                  <a:pt x="544680" y="989852"/>
                </a:lnTo>
                <a:lnTo>
                  <a:pt x="591248" y="983178"/>
                </a:lnTo>
                <a:lnTo>
                  <a:pt x="636318" y="972307"/>
                </a:lnTo>
                <a:lnTo>
                  <a:pt x="679684" y="957450"/>
                </a:lnTo>
                <a:lnTo>
                  <a:pt x="721137" y="938812"/>
                </a:lnTo>
                <a:lnTo>
                  <a:pt x="760468" y="916603"/>
                </a:lnTo>
                <a:lnTo>
                  <a:pt x="797471" y="891030"/>
                </a:lnTo>
                <a:lnTo>
                  <a:pt x="831937" y="862302"/>
                </a:lnTo>
                <a:lnTo>
                  <a:pt x="863657" y="830626"/>
                </a:lnTo>
                <a:lnTo>
                  <a:pt x="892425" y="796211"/>
                </a:lnTo>
                <a:lnTo>
                  <a:pt x="918032" y="759263"/>
                </a:lnTo>
                <a:lnTo>
                  <a:pt x="940270" y="719992"/>
                </a:lnTo>
                <a:lnTo>
                  <a:pt x="958931" y="678606"/>
                </a:lnTo>
                <a:lnTo>
                  <a:pt x="973808" y="635311"/>
                </a:lnTo>
                <a:lnTo>
                  <a:pt x="984691" y="590317"/>
                </a:lnTo>
                <a:lnTo>
                  <a:pt x="991374" y="543831"/>
                </a:lnTo>
                <a:lnTo>
                  <a:pt x="993647" y="496062"/>
                </a:lnTo>
                <a:lnTo>
                  <a:pt x="991374" y="448292"/>
                </a:lnTo>
                <a:lnTo>
                  <a:pt x="984691" y="401806"/>
                </a:lnTo>
                <a:lnTo>
                  <a:pt x="973808" y="356812"/>
                </a:lnTo>
                <a:lnTo>
                  <a:pt x="958931" y="313517"/>
                </a:lnTo>
                <a:lnTo>
                  <a:pt x="940270" y="272131"/>
                </a:lnTo>
                <a:lnTo>
                  <a:pt x="918032" y="232860"/>
                </a:lnTo>
                <a:lnTo>
                  <a:pt x="892425" y="195912"/>
                </a:lnTo>
                <a:lnTo>
                  <a:pt x="863657" y="161497"/>
                </a:lnTo>
                <a:lnTo>
                  <a:pt x="831937" y="129821"/>
                </a:lnTo>
                <a:lnTo>
                  <a:pt x="797471" y="101093"/>
                </a:lnTo>
                <a:lnTo>
                  <a:pt x="760468" y="75520"/>
                </a:lnTo>
                <a:lnTo>
                  <a:pt x="721137" y="53311"/>
                </a:lnTo>
                <a:lnTo>
                  <a:pt x="679684" y="34673"/>
                </a:lnTo>
                <a:lnTo>
                  <a:pt x="636318" y="19816"/>
                </a:lnTo>
                <a:lnTo>
                  <a:pt x="591248" y="8945"/>
                </a:lnTo>
                <a:lnTo>
                  <a:pt x="544680" y="2271"/>
                </a:lnTo>
                <a:lnTo>
                  <a:pt x="496824" y="0"/>
                </a:lnTo>
                <a:close/>
              </a:path>
            </a:pathLst>
          </a:custGeom>
          <a:solidFill>
            <a:srgbClr val="FC611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089761" y="2875228"/>
            <a:ext cx="231140" cy="437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80" dirty="0">
                <a:solidFill>
                  <a:srgbClr val="FFFDFD"/>
                </a:solidFill>
                <a:latin typeface="Tahoma"/>
                <a:cs typeface="Tahoma"/>
              </a:rPr>
              <a:t>2</a:t>
            </a:r>
            <a:endParaRPr sz="27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50975" y="4428744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19632" y="4539233"/>
            <a:ext cx="1708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60" dirty="0">
                <a:solidFill>
                  <a:srgbClr val="181818"/>
                </a:solidFill>
                <a:latin typeface="Tahoma"/>
                <a:cs typeface="Tahoma"/>
              </a:rPr>
              <a:t>4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50975" y="1982723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4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1153160" y="2092833"/>
            <a:ext cx="102870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-375" dirty="0">
                <a:solidFill>
                  <a:srgbClr val="181818"/>
                </a:solidFill>
                <a:latin typeface="Tahoma"/>
                <a:cs typeface="Tahoma"/>
              </a:rPr>
              <a:t>1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950975" y="5094732"/>
            <a:ext cx="509270" cy="542925"/>
          </a:xfrm>
          <a:custGeom>
            <a:avLst/>
            <a:gdLst/>
            <a:ahLst/>
            <a:cxnLst/>
            <a:rect l="l" t="t" r="r" b="b"/>
            <a:pathLst>
              <a:path w="509269" h="542925">
                <a:moveTo>
                  <a:pt x="254508" y="0"/>
                </a:moveTo>
                <a:lnTo>
                  <a:pt x="208759" y="4369"/>
                </a:lnTo>
                <a:lnTo>
                  <a:pt x="165700" y="16966"/>
                </a:lnTo>
                <a:lnTo>
                  <a:pt x="126051" y="37027"/>
                </a:lnTo>
                <a:lnTo>
                  <a:pt x="90530" y="63786"/>
                </a:lnTo>
                <a:lnTo>
                  <a:pt x="59856" y="96478"/>
                </a:lnTo>
                <a:lnTo>
                  <a:pt x="34747" y="134337"/>
                </a:lnTo>
                <a:lnTo>
                  <a:pt x="15922" y="176600"/>
                </a:lnTo>
                <a:lnTo>
                  <a:pt x="4100" y="222499"/>
                </a:lnTo>
                <a:lnTo>
                  <a:pt x="0" y="271271"/>
                </a:lnTo>
                <a:lnTo>
                  <a:pt x="4100" y="320044"/>
                </a:lnTo>
                <a:lnTo>
                  <a:pt x="15922" y="365943"/>
                </a:lnTo>
                <a:lnTo>
                  <a:pt x="34747" y="408206"/>
                </a:lnTo>
                <a:lnTo>
                  <a:pt x="59856" y="446065"/>
                </a:lnTo>
                <a:lnTo>
                  <a:pt x="90530" y="478757"/>
                </a:lnTo>
                <a:lnTo>
                  <a:pt x="126051" y="505516"/>
                </a:lnTo>
                <a:lnTo>
                  <a:pt x="165700" y="525577"/>
                </a:lnTo>
                <a:lnTo>
                  <a:pt x="208759" y="538174"/>
                </a:lnTo>
                <a:lnTo>
                  <a:pt x="254508" y="542543"/>
                </a:lnTo>
                <a:lnTo>
                  <a:pt x="300263" y="538174"/>
                </a:lnTo>
                <a:lnTo>
                  <a:pt x="343325" y="525577"/>
                </a:lnTo>
                <a:lnTo>
                  <a:pt x="382975" y="505516"/>
                </a:lnTo>
                <a:lnTo>
                  <a:pt x="418495" y="478757"/>
                </a:lnTo>
                <a:lnTo>
                  <a:pt x="449168" y="446065"/>
                </a:lnTo>
                <a:lnTo>
                  <a:pt x="474274" y="408206"/>
                </a:lnTo>
                <a:lnTo>
                  <a:pt x="493096" y="365943"/>
                </a:lnTo>
                <a:lnTo>
                  <a:pt x="504916" y="320044"/>
                </a:lnTo>
                <a:lnTo>
                  <a:pt x="509016" y="271271"/>
                </a:lnTo>
                <a:lnTo>
                  <a:pt x="504916" y="222499"/>
                </a:lnTo>
                <a:lnTo>
                  <a:pt x="493096" y="176600"/>
                </a:lnTo>
                <a:lnTo>
                  <a:pt x="474274" y="134337"/>
                </a:lnTo>
                <a:lnTo>
                  <a:pt x="449168" y="96478"/>
                </a:lnTo>
                <a:lnTo>
                  <a:pt x="418495" y="63786"/>
                </a:lnTo>
                <a:lnTo>
                  <a:pt x="382975" y="37027"/>
                </a:lnTo>
                <a:lnTo>
                  <a:pt x="343325" y="16966"/>
                </a:lnTo>
                <a:lnTo>
                  <a:pt x="300263" y="4369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125727" y="5204840"/>
            <a:ext cx="1581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5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50975" y="3762755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4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4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1125727" y="3873245"/>
            <a:ext cx="1581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3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950975" y="6425184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1127252" y="6536563"/>
            <a:ext cx="154940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30" dirty="0">
                <a:solidFill>
                  <a:srgbClr val="181818"/>
                </a:solidFill>
                <a:latin typeface="Tahoma"/>
                <a:cs typeface="Tahoma"/>
              </a:rPr>
              <a:t>7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950975" y="5759196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1122680" y="5870828"/>
            <a:ext cx="16573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6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950975" y="7092695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950975" y="7760207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4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4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1122680" y="7204329"/>
            <a:ext cx="165735" cy="9531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>
              <a:lnSpc>
                <a:spcPct val="100000"/>
              </a:lnSpc>
              <a:spcBef>
                <a:spcPts val="100"/>
              </a:spcBef>
            </a:pPr>
            <a:r>
              <a:rPr sz="1700" spc="95" dirty="0">
                <a:solidFill>
                  <a:srgbClr val="181818"/>
                </a:solidFill>
                <a:latin typeface="Tahoma"/>
                <a:cs typeface="Tahoma"/>
              </a:rPr>
              <a:t>8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70"/>
              </a:spcBef>
            </a:pPr>
            <a:endParaRPr sz="17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9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65655">
              <a:lnSpc>
                <a:spcPct val="100000"/>
              </a:lnSpc>
              <a:spcBef>
                <a:spcPts val="100"/>
              </a:spcBef>
            </a:pPr>
            <a:r>
              <a:rPr dirty="0"/>
              <a:t>PROBLEM</a:t>
            </a:r>
            <a:r>
              <a:rPr spc="-20" dirty="0"/>
              <a:t> </a:t>
            </a:r>
            <a:r>
              <a:rPr spc="-75" dirty="0"/>
              <a:t>STATEMENT</a:t>
            </a:r>
          </a:p>
        </p:txBody>
      </p:sp>
      <p:sp>
        <p:nvSpPr>
          <p:cNvPr id="21" name="object 21"/>
          <p:cNvSpPr txBox="1"/>
          <p:nvPr/>
        </p:nvSpPr>
        <p:spPr>
          <a:xfrm>
            <a:off x="2288794" y="1645666"/>
            <a:ext cx="14926944" cy="5332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4445">
              <a:lnSpc>
                <a:spcPct val="100000"/>
              </a:lnSpc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spc="-10" dirty="0">
                <a:latin typeface="Calibri"/>
                <a:cs typeface="Calibri"/>
              </a:rPr>
              <a:t>	Organizations</a:t>
            </a:r>
            <a:r>
              <a:rPr sz="3200" spc="1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handle</a:t>
            </a:r>
            <a:r>
              <a:rPr sz="3200" spc="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</a:t>
            </a:r>
            <a:r>
              <a:rPr sz="3200" spc="1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large</a:t>
            </a:r>
            <a:r>
              <a:rPr sz="3200" spc="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volume</a:t>
            </a:r>
            <a:r>
              <a:rPr sz="3200" spc="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1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requests</a:t>
            </a:r>
            <a:r>
              <a:rPr sz="3200" spc="1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114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issues</a:t>
            </a:r>
            <a:r>
              <a:rPr sz="3200" spc="10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from</a:t>
            </a:r>
            <a:r>
              <a:rPr sz="3200" spc="1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multiple</a:t>
            </a:r>
            <a:r>
              <a:rPr sz="3200" spc="10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channels</a:t>
            </a:r>
            <a:r>
              <a:rPr sz="3200" spc="9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like </a:t>
            </a:r>
            <a:r>
              <a:rPr sz="3200" dirty="0">
                <a:latin typeface="Calibri"/>
                <a:cs typeface="Calibri"/>
              </a:rPr>
              <a:t>email,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chat,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phone..</a:t>
            </a:r>
            <a:endParaRPr sz="3200">
              <a:latin typeface="Calibri"/>
              <a:cs typeface="Calibri"/>
            </a:endParaRPr>
          </a:p>
          <a:p>
            <a:pPr marL="333375" indent="-325755">
              <a:lnSpc>
                <a:spcPct val="100000"/>
              </a:lnSpc>
              <a:buSzPct val="96875"/>
              <a:buFont typeface="Wingdings"/>
              <a:buChar char=""/>
              <a:tabLst>
                <a:tab pos="333375" algn="l"/>
              </a:tabLst>
            </a:pPr>
            <a:r>
              <a:rPr sz="3200" dirty="0">
                <a:latin typeface="Calibri"/>
                <a:cs typeface="Calibri"/>
              </a:rPr>
              <a:t>Manual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ticket</a:t>
            </a:r>
            <a:r>
              <a:rPr sz="3200" spc="-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management</a:t>
            </a:r>
            <a:r>
              <a:rPr sz="3200" spc="-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often</a:t>
            </a:r>
            <a:r>
              <a:rPr sz="3200" spc="-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leads</a:t>
            </a:r>
            <a:r>
              <a:rPr sz="3200" spc="-10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delays</a:t>
            </a:r>
            <a:r>
              <a:rPr sz="3200" spc="-1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assignment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resolution</a:t>
            </a:r>
            <a:endParaRPr sz="3200">
              <a:latin typeface="Calibri"/>
              <a:cs typeface="Calibri"/>
            </a:endParaRPr>
          </a:p>
          <a:p>
            <a:pPr marL="334010" indent="-325755">
              <a:lnSpc>
                <a:spcPct val="100000"/>
              </a:lnSpc>
              <a:spcBef>
                <a:spcPts val="5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Calibri"/>
                <a:cs typeface="Calibri"/>
              </a:rPr>
              <a:t>Lack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centralized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tracking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causes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tickets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be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lost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or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overlooked..</a:t>
            </a:r>
            <a:endParaRPr sz="3200">
              <a:latin typeface="Calibri"/>
              <a:cs typeface="Calibri"/>
            </a:endParaRPr>
          </a:p>
          <a:p>
            <a:pPr marL="334010" indent="-325755">
              <a:lnSpc>
                <a:spcPct val="100000"/>
              </a:lnSpc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Calibri"/>
                <a:cs typeface="Calibri"/>
              </a:rPr>
              <a:t>Inefficient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workflows</a:t>
            </a:r>
            <a:r>
              <a:rPr sz="3200" spc="-1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increase</a:t>
            </a:r>
            <a:r>
              <a:rPr sz="3200" spc="-114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workload</a:t>
            </a:r>
            <a:r>
              <a:rPr sz="3200" spc="-1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on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support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staff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reduce</a:t>
            </a:r>
            <a:r>
              <a:rPr sz="3200" spc="-114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productivity..</a:t>
            </a:r>
            <a:endParaRPr sz="3200">
              <a:latin typeface="Calibri"/>
              <a:cs typeface="Calibri"/>
            </a:endParaRPr>
          </a:p>
          <a:p>
            <a:pPr marL="334010" indent="-325755">
              <a:lnSpc>
                <a:spcPct val="100000"/>
              </a:lnSpc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Calibri"/>
                <a:cs typeface="Calibri"/>
              </a:rPr>
              <a:t>SLA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compliance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priority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handling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are</a:t>
            </a:r>
            <a:r>
              <a:rPr sz="3200" spc="-10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difficult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enforce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manually.</a:t>
            </a:r>
            <a:endParaRPr sz="3200">
              <a:latin typeface="Calibri"/>
              <a:cs typeface="Calibri"/>
            </a:endParaRPr>
          </a:p>
          <a:p>
            <a:pPr marL="12700" marR="5080" indent="-5080">
              <a:lnSpc>
                <a:spcPct val="100000"/>
              </a:lnSpc>
              <a:buSzPct val="96875"/>
              <a:buFont typeface="Wingdings"/>
              <a:buChar char=""/>
              <a:tabLst>
                <a:tab pos="333375" algn="l"/>
              </a:tabLst>
            </a:pPr>
            <a:r>
              <a:rPr sz="3200" dirty="0">
                <a:latin typeface="Calibri"/>
                <a:cs typeface="Calibri"/>
              </a:rPr>
              <a:t>	Limited</a:t>
            </a:r>
            <a:r>
              <a:rPr sz="3200" spc="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reporting</a:t>
            </a:r>
            <a:r>
              <a:rPr sz="3200" spc="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3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analytics</a:t>
            </a:r>
            <a:r>
              <a:rPr sz="3200" spc="3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make</a:t>
            </a:r>
            <a:r>
              <a:rPr sz="3200" spc="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it</a:t>
            </a:r>
            <a:r>
              <a:rPr sz="3200" spc="3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hard</a:t>
            </a:r>
            <a:r>
              <a:rPr sz="3200" spc="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identify</a:t>
            </a:r>
            <a:r>
              <a:rPr sz="3200" spc="3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recurring</a:t>
            </a:r>
            <a:r>
              <a:rPr sz="3200" spc="3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issues</a:t>
            </a:r>
            <a:r>
              <a:rPr sz="3200" spc="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or</a:t>
            </a:r>
            <a:r>
              <a:rPr sz="3200" spc="2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performance gaps.</a:t>
            </a:r>
            <a:endParaRPr sz="3200">
              <a:latin typeface="Calibri"/>
              <a:cs typeface="Calibri"/>
            </a:endParaRPr>
          </a:p>
          <a:p>
            <a:pPr marL="334010" indent="-325755">
              <a:lnSpc>
                <a:spcPct val="100000"/>
              </a:lnSpc>
              <a:spcBef>
                <a:spcPts val="5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Calibri"/>
                <a:cs typeface="Calibri"/>
              </a:rPr>
              <a:t>Hence,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Customer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satisfaction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drops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due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slow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responses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poor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com</a:t>
            </a:r>
            <a:endParaRPr sz="3200">
              <a:latin typeface="Calibri"/>
              <a:cs typeface="Calibri"/>
            </a:endParaRPr>
          </a:p>
          <a:p>
            <a:pPr marL="12700" marR="6350" indent="-4445">
              <a:lnSpc>
                <a:spcPts val="3460"/>
              </a:lnSpc>
              <a:spcBef>
                <a:spcPts val="395"/>
              </a:spcBef>
              <a:buSzPct val="96875"/>
              <a:buFont typeface="Wingdings"/>
              <a:buChar char=""/>
              <a:tabLst>
                <a:tab pos="334010" algn="l"/>
                <a:tab pos="1134110" algn="l"/>
                <a:tab pos="2886710" algn="l"/>
                <a:tab pos="4217670" algn="l"/>
                <a:tab pos="5179060" algn="l"/>
                <a:tab pos="7366000" algn="l"/>
                <a:tab pos="9102090" algn="l"/>
                <a:tab pos="10492105" algn="l"/>
                <a:tab pos="11655425" algn="l"/>
                <a:tab pos="12120245" algn="l"/>
                <a:tab pos="13811885" algn="l"/>
                <a:tab pos="14455140" algn="l"/>
              </a:tabLst>
            </a:pPr>
            <a:r>
              <a:rPr sz="3200" spc="-25" dirty="0">
                <a:latin typeface="Calibri"/>
                <a:cs typeface="Calibri"/>
              </a:rPr>
              <a:t>	The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proposed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system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0" dirty="0">
                <a:latin typeface="Calibri"/>
                <a:cs typeface="Calibri"/>
              </a:rPr>
              <a:t>aims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to</a:t>
            </a:r>
            <a:r>
              <a:rPr sz="2800" spc="-10" dirty="0">
                <a:latin typeface="Calibri"/>
                <a:cs typeface="Calibri"/>
              </a:rPr>
              <a:t>automated,</a:t>
            </a:r>
            <a:r>
              <a:rPr sz="2800" dirty="0">
                <a:latin typeface="Calibri"/>
                <a:cs typeface="Calibri"/>
              </a:rPr>
              <a:t>	</a:t>
            </a:r>
            <a:r>
              <a:rPr sz="2800" spc="-10" dirty="0">
                <a:latin typeface="Calibri"/>
                <a:cs typeface="Calibri"/>
              </a:rPr>
              <a:t>centralized</a:t>
            </a:r>
            <a:r>
              <a:rPr sz="2800" dirty="0">
                <a:latin typeface="Calibri"/>
                <a:cs typeface="Calibri"/>
              </a:rPr>
              <a:t>	</a:t>
            </a:r>
            <a:r>
              <a:rPr sz="2800" spc="-10" dirty="0">
                <a:latin typeface="Calibri"/>
                <a:cs typeface="Calibri"/>
              </a:rPr>
              <a:t>ticketing</a:t>
            </a:r>
            <a:r>
              <a:rPr sz="2800" dirty="0">
                <a:latin typeface="Calibri"/>
                <a:cs typeface="Calibri"/>
              </a:rPr>
              <a:t>	</a:t>
            </a:r>
            <a:r>
              <a:rPr sz="2800" spc="-10" dirty="0">
                <a:latin typeface="Calibri"/>
                <a:cs typeface="Calibri"/>
              </a:rPr>
              <a:t>system</a:t>
            </a:r>
            <a:r>
              <a:rPr sz="2800" dirty="0">
                <a:latin typeface="Calibri"/>
                <a:cs typeface="Calibri"/>
              </a:rPr>
              <a:t>	</a:t>
            </a:r>
            <a:r>
              <a:rPr sz="2800" spc="-25" dirty="0">
                <a:latin typeface="Calibri"/>
                <a:cs typeface="Calibri"/>
              </a:rPr>
              <a:t>to</a:t>
            </a:r>
            <a:r>
              <a:rPr sz="2800" dirty="0">
                <a:latin typeface="Calibri"/>
                <a:cs typeface="Calibri"/>
              </a:rPr>
              <a:t>	</a:t>
            </a:r>
            <a:r>
              <a:rPr sz="2800" spc="-10" dirty="0">
                <a:latin typeface="Calibri"/>
                <a:cs typeface="Calibri"/>
              </a:rPr>
              <a:t>streamline</a:t>
            </a:r>
            <a:r>
              <a:rPr sz="2800" dirty="0">
                <a:latin typeface="Calibri"/>
                <a:cs typeface="Calibri"/>
              </a:rPr>
              <a:t>	</a:t>
            </a:r>
            <a:r>
              <a:rPr sz="2800" spc="-25" dirty="0">
                <a:latin typeface="Calibri"/>
                <a:cs typeface="Calibri"/>
              </a:rPr>
              <a:t>the</a:t>
            </a:r>
            <a:r>
              <a:rPr sz="2800" dirty="0">
                <a:latin typeface="Calibri"/>
                <a:cs typeface="Calibri"/>
              </a:rPr>
              <a:t>	</a:t>
            </a:r>
            <a:r>
              <a:rPr sz="2800" spc="-20" dirty="0">
                <a:latin typeface="Calibri"/>
                <a:cs typeface="Calibri"/>
              </a:rPr>
              <a:t>full </a:t>
            </a:r>
            <a:r>
              <a:rPr sz="2800" dirty="0">
                <a:latin typeface="Calibri"/>
                <a:cs typeface="Calibri"/>
              </a:rPr>
              <a:t>lifecycle</a:t>
            </a:r>
            <a:r>
              <a:rPr sz="2800" spc="-1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from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creation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-10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closure.</a:t>
            </a:r>
            <a:endParaRPr sz="2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08659" y="3316223"/>
            <a:ext cx="993775" cy="992505"/>
          </a:xfrm>
          <a:custGeom>
            <a:avLst/>
            <a:gdLst/>
            <a:ahLst/>
            <a:cxnLst/>
            <a:rect l="l" t="t" r="r" b="b"/>
            <a:pathLst>
              <a:path w="993775" h="992504">
                <a:moveTo>
                  <a:pt x="496824" y="0"/>
                </a:moveTo>
                <a:lnTo>
                  <a:pt x="448977" y="2271"/>
                </a:lnTo>
                <a:lnTo>
                  <a:pt x="402417" y="8945"/>
                </a:lnTo>
                <a:lnTo>
                  <a:pt x="357351" y="19816"/>
                </a:lnTo>
                <a:lnTo>
                  <a:pt x="313989" y="34673"/>
                </a:lnTo>
                <a:lnTo>
                  <a:pt x="272538" y="53311"/>
                </a:lnTo>
                <a:lnTo>
                  <a:pt x="233207" y="75520"/>
                </a:lnTo>
                <a:lnTo>
                  <a:pt x="196203" y="101093"/>
                </a:lnTo>
                <a:lnTo>
                  <a:pt x="161736" y="129821"/>
                </a:lnTo>
                <a:lnTo>
                  <a:pt x="130012" y="161497"/>
                </a:lnTo>
                <a:lnTo>
                  <a:pt x="101241" y="195912"/>
                </a:lnTo>
                <a:lnTo>
                  <a:pt x="75630" y="232860"/>
                </a:lnTo>
                <a:lnTo>
                  <a:pt x="53388" y="272131"/>
                </a:lnTo>
                <a:lnTo>
                  <a:pt x="34724" y="313517"/>
                </a:lnTo>
                <a:lnTo>
                  <a:pt x="19844" y="356812"/>
                </a:lnTo>
                <a:lnTo>
                  <a:pt x="8958" y="401806"/>
                </a:lnTo>
                <a:lnTo>
                  <a:pt x="2274" y="448292"/>
                </a:lnTo>
                <a:lnTo>
                  <a:pt x="0" y="496062"/>
                </a:lnTo>
                <a:lnTo>
                  <a:pt x="2274" y="543831"/>
                </a:lnTo>
                <a:lnTo>
                  <a:pt x="8958" y="590317"/>
                </a:lnTo>
                <a:lnTo>
                  <a:pt x="19844" y="635311"/>
                </a:lnTo>
                <a:lnTo>
                  <a:pt x="34724" y="678606"/>
                </a:lnTo>
                <a:lnTo>
                  <a:pt x="53388" y="719992"/>
                </a:lnTo>
                <a:lnTo>
                  <a:pt x="75630" y="759263"/>
                </a:lnTo>
                <a:lnTo>
                  <a:pt x="101241" y="796211"/>
                </a:lnTo>
                <a:lnTo>
                  <a:pt x="130012" y="830626"/>
                </a:lnTo>
                <a:lnTo>
                  <a:pt x="161736" y="862302"/>
                </a:lnTo>
                <a:lnTo>
                  <a:pt x="196203" y="891030"/>
                </a:lnTo>
                <a:lnTo>
                  <a:pt x="233207" y="916603"/>
                </a:lnTo>
                <a:lnTo>
                  <a:pt x="272538" y="938812"/>
                </a:lnTo>
                <a:lnTo>
                  <a:pt x="313989" y="957450"/>
                </a:lnTo>
                <a:lnTo>
                  <a:pt x="357351" y="972307"/>
                </a:lnTo>
                <a:lnTo>
                  <a:pt x="402417" y="983178"/>
                </a:lnTo>
                <a:lnTo>
                  <a:pt x="448977" y="989852"/>
                </a:lnTo>
                <a:lnTo>
                  <a:pt x="496824" y="992124"/>
                </a:lnTo>
                <a:lnTo>
                  <a:pt x="544680" y="989852"/>
                </a:lnTo>
                <a:lnTo>
                  <a:pt x="591248" y="983178"/>
                </a:lnTo>
                <a:lnTo>
                  <a:pt x="636318" y="972307"/>
                </a:lnTo>
                <a:lnTo>
                  <a:pt x="679684" y="957450"/>
                </a:lnTo>
                <a:lnTo>
                  <a:pt x="721137" y="938812"/>
                </a:lnTo>
                <a:lnTo>
                  <a:pt x="760468" y="916603"/>
                </a:lnTo>
                <a:lnTo>
                  <a:pt x="797471" y="891030"/>
                </a:lnTo>
                <a:lnTo>
                  <a:pt x="831937" y="862302"/>
                </a:lnTo>
                <a:lnTo>
                  <a:pt x="863657" y="830626"/>
                </a:lnTo>
                <a:lnTo>
                  <a:pt x="892425" y="796211"/>
                </a:lnTo>
                <a:lnTo>
                  <a:pt x="918032" y="759263"/>
                </a:lnTo>
                <a:lnTo>
                  <a:pt x="940270" y="719992"/>
                </a:lnTo>
                <a:lnTo>
                  <a:pt x="958931" y="678606"/>
                </a:lnTo>
                <a:lnTo>
                  <a:pt x="973808" y="635311"/>
                </a:lnTo>
                <a:lnTo>
                  <a:pt x="984691" y="590317"/>
                </a:lnTo>
                <a:lnTo>
                  <a:pt x="991374" y="543831"/>
                </a:lnTo>
                <a:lnTo>
                  <a:pt x="993647" y="496062"/>
                </a:lnTo>
                <a:lnTo>
                  <a:pt x="991374" y="448292"/>
                </a:lnTo>
                <a:lnTo>
                  <a:pt x="984691" y="401806"/>
                </a:lnTo>
                <a:lnTo>
                  <a:pt x="973808" y="356812"/>
                </a:lnTo>
                <a:lnTo>
                  <a:pt x="958931" y="313517"/>
                </a:lnTo>
                <a:lnTo>
                  <a:pt x="940270" y="272131"/>
                </a:lnTo>
                <a:lnTo>
                  <a:pt x="918032" y="232860"/>
                </a:lnTo>
                <a:lnTo>
                  <a:pt x="892425" y="195912"/>
                </a:lnTo>
                <a:lnTo>
                  <a:pt x="863657" y="161497"/>
                </a:lnTo>
                <a:lnTo>
                  <a:pt x="831937" y="129821"/>
                </a:lnTo>
                <a:lnTo>
                  <a:pt x="797471" y="101093"/>
                </a:lnTo>
                <a:lnTo>
                  <a:pt x="760468" y="75520"/>
                </a:lnTo>
                <a:lnTo>
                  <a:pt x="721137" y="53311"/>
                </a:lnTo>
                <a:lnTo>
                  <a:pt x="679684" y="34673"/>
                </a:lnTo>
                <a:lnTo>
                  <a:pt x="636318" y="19816"/>
                </a:lnTo>
                <a:lnTo>
                  <a:pt x="591248" y="8945"/>
                </a:lnTo>
                <a:lnTo>
                  <a:pt x="544680" y="2271"/>
                </a:lnTo>
                <a:lnTo>
                  <a:pt x="496824" y="0"/>
                </a:lnTo>
                <a:close/>
              </a:path>
            </a:pathLst>
          </a:custGeom>
          <a:solidFill>
            <a:srgbClr val="FC611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86713" y="3543427"/>
            <a:ext cx="2362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125" dirty="0">
                <a:solidFill>
                  <a:srgbClr val="FFFDFD"/>
                </a:solidFill>
                <a:latin typeface="Tahoma"/>
                <a:cs typeface="Tahoma"/>
              </a:rPr>
              <a:t>3</a:t>
            </a:r>
            <a:endParaRPr sz="27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50975" y="4428744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50975" y="1982723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4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53160" y="2092833"/>
            <a:ext cx="102870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-375" dirty="0">
                <a:solidFill>
                  <a:srgbClr val="181818"/>
                </a:solidFill>
                <a:latin typeface="Tahoma"/>
                <a:cs typeface="Tahoma"/>
              </a:rPr>
              <a:t>1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50975" y="5094732"/>
            <a:ext cx="509270" cy="542925"/>
          </a:xfrm>
          <a:custGeom>
            <a:avLst/>
            <a:gdLst/>
            <a:ahLst/>
            <a:cxnLst/>
            <a:rect l="l" t="t" r="r" b="b"/>
            <a:pathLst>
              <a:path w="509269" h="542925">
                <a:moveTo>
                  <a:pt x="254508" y="0"/>
                </a:moveTo>
                <a:lnTo>
                  <a:pt x="208759" y="4369"/>
                </a:lnTo>
                <a:lnTo>
                  <a:pt x="165700" y="16966"/>
                </a:lnTo>
                <a:lnTo>
                  <a:pt x="126051" y="37027"/>
                </a:lnTo>
                <a:lnTo>
                  <a:pt x="90530" y="63786"/>
                </a:lnTo>
                <a:lnTo>
                  <a:pt x="59856" y="96478"/>
                </a:lnTo>
                <a:lnTo>
                  <a:pt x="34747" y="134337"/>
                </a:lnTo>
                <a:lnTo>
                  <a:pt x="15922" y="176600"/>
                </a:lnTo>
                <a:lnTo>
                  <a:pt x="4100" y="222499"/>
                </a:lnTo>
                <a:lnTo>
                  <a:pt x="0" y="271271"/>
                </a:lnTo>
                <a:lnTo>
                  <a:pt x="4100" y="320044"/>
                </a:lnTo>
                <a:lnTo>
                  <a:pt x="15922" y="365943"/>
                </a:lnTo>
                <a:lnTo>
                  <a:pt x="34747" y="408206"/>
                </a:lnTo>
                <a:lnTo>
                  <a:pt x="59856" y="446065"/>
                </a:lnTo>
                <a:lnTo>
                  <a:pt x="90530" y="478757"/>
                </a:lnTo>
                <a:lnTo>
                  <a:pt x="126051" y="505516"/>
                </a:lnTo>
                <a:lnTo>
                  <a:pt x="165700" y="525577"/>
                </a:lnTo>
                <a:lnTo>
                  <a:pt x="208759" y="538174"/>
                </a:lnTo>
                <a:lnTo>
                  <a:pt x="254508" y="542543"/>
                </a:lnTo>
                <a:lnTo>
                  <a:pt x="300263" y="538174"/>
                </a:lnTo>
                <a:lnTo>
                  <a:pt x="343325" y="525577"/>
                </a:lnTo>
                <a:lnTo>
                  <a:pt x="382975" y="505516"/>
                </a:lnTo>
                <a:lnTo>
                  <a:pt x="418495" y="478757"/>
                </a:lnTo>
                <a:lnTo>
                  <a:pt x="449168" y="446065"/>
                </a:lnTo>
                <a:lnTo>
                  <a:pt x="474274" y="408206"/>
                </a:lnTo>
                <a:lnTo>
                  <a:pt x="493096" y="365943"/>
                </a:lnTo>
                <a:lnTo>
                  <a:pt x="504916" y="320044"/>
                </a:lnTo>
                <a:lnTo>
                  <a:pt x="509016" y="271271"/>
                </a:lnTo>
                <a:lnTo>
                  <a:pt x="504916" y="222499"/>
                </a:lnTo>
                <a:lnTo>
                  <a:pt x="493096" y="176600"/>
                </a:lnTo>
                <a:lnTo>
                  <a:pt x="474274" y="134337"/>
                </a:lnTo>
                <a:lnTo>
                  <a:pt x="449168" y="96478"/>
                </a:lnTo>
                <a:lnTo>
                  <a:pt x="418495" y="63786"/>
                </a:lnTo>
                <a:lnTo>
                  <a:pt x="382975" y="37027"/>
                </a:lnTo>
                <a:lnTo>
                  <a:pt x="343325" y="16966"/>
                </a:lnTo>
                <a:lnTo>
                  <a:pt x="300263" y="4369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950975" y="2648711"/>
            <a:ext cx="509270" cy="542925"/>
          </a:xfrm>
          <a:custGeom>
            <a:avLst/>
            <a:gdLst/>
            <a:ahLst/>
            <a:cxnLst/>
            <a:rect l="l" t="t" r="r" b="b"/>
            <a:pathLst>
              <a:path w="509269" h="542925">
                <a:moveTo>
                  <a:pt x="254508" y="0"/>
                </a:moveTo>
                <a:lnTo>
                  <a:pt x="208759" y="4369"/>
                </a:lnTo>
                <a:lnTo>
                  <a:pt x="165700" y="16966"/>
                </a:lnTo>
                <a:lnTo>
                  <a:pt x="126051" y="37027"/>
                </a:lnTo>
                <a:lnTo>
                  <a:pt x="90530" y="63786"/>
                </a:lnTo>
                <a:lnTo>
                  <a:pt x="59856" y="96478"/>
                </a:lnTo>
                <a:lnTo>
                  <a:pt x="34747" y="134337"/>
                </a:lnTo>
                <a:lnTo>
                  <a:pt x="15922" y="176600"/>
                </a:lnTo>
                <a:lnTo>
                  <a:pt x="4100" y="222499"/>
                </a:lnTo>
                <a:lnTo>
                  <a:pt x="0" y="271272"/>
                </a:lnTo>
                <a:lnTo>
                  <a:pt x="4100" y="320044"/>
                </a:lnTo>
                <a:lnTo>
                  <a:pt x="15922" y="365943"/>
                </a:lnTo>
                <a:lnTo>
                  <a:pt x="34747" y="408206"/>
                </a:lnTo>
                <a:lnTo>
                  <a:pt x="59856" y="446065"/>
                </a:lnTo>
                <a:lnTo>
                  <a:pt x="90530" y="478757"/>
                </a:lnTo>
                <a:lnTo>
                  <a:pt x="126051" y="505516"/>
                </a:lnTo>
                <a:lnTo>
                  <a:pt x="165700" y="525577"/>
                </a:lnTo>
                <a:lnTo>
                  <a:pt x="208759" y="538174"/>
                </a:lnTo>
                <a:lnTo>
                  <a:pt x="254508" y="542544"/>
                </a:lnTo>
                <a:lnTo>
                  <a:pt x="300263" y="538174"/>
                </a:lnTo>
                <a:lnTo>
                  <a:pt x="343325" y="525577"/>
                </a:lnTo>
                <a:lnTo>
                  <a:pt x="382975" y="505516"/>
                </a:lnTo>
                <a:lnTo>
                  <a:pt x="418495" y="478757"/>
                </a:lnTo>
                <a:lnTo>
                  <a:pt x="449168" y="446065"/>
                </a:lnTo>
                <a:lnTo>
                  <a:pt x="474274" y="408206"/>
                </a:lnTo>
                <a:lnTo>
                  <a:pt x="493096" y="365943"/>
                </a:lnTo>
                <a:lnTo>
                  <a:pt x="504916" y="320044"/>
                </a:lnTo>
                <a:lnTo>
                  <a:pt x="509016" y="271272"/>
                </a:lnTo>
                <a:lnTo>
                  <a:pt x="504916" y="222499"/>
                </a:lnTo>
                <a:lnTo>
                  <a:pt x="493096" y="176600"/>
                </a:lnTo>
                <a:lnTo>
                  <a:pt x="474274" y="134337"/>
                </a:lnTo>
                <a:lnTo>
                  <a:pt x="449168" y="96478"/>
                </a:lnTo>
                <a:lnTo>
                  <a:pt x="418495" y="63786"/>
                </a:lnTo>
                <a:lnTo>
                  <a:pt x="382975" y="37027"/>
                </a:lnTo>
                <a:lnTo>
                  <a:pt x="343325" y="16966"/>
                </a:lnTo>
                <a:lnTo>
                  <a:pt x="300263" y="4369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127252" y="2758567"/>
            <a:ext cx="1555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40" dirty="0">
                <a:solidFill>
                  <a:srgbClr val="181818"/>
                </a:solidFill>
                <a:latin typeface="Tahoma"/>
                <a:cs typeface="Tahoma"/>
              </a:rPr>
              <a:t>2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50975" y="6425184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950975" y="5759196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50975" y="7092695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950975" y="7760207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4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4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1119632" y="4539233"/>
            <a:ext cx="170815" cy="36182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60" dirty="0">
                <a:solidFill>
                  <a:srgbClr val="181818"/>
                </a:solidFill>
                <a:latin typeface="Tahoma"/>
                <a:cs typeface="Tahoma"/>
              </a:rPr>
              <a:t>4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45"/>
              </a:spcBef>
            </a:pPr>
            <a:endParaRPr sz="1700">
              <a:latin typeface="Tahoma"/>
              <a:cs typeface="Tahoma"/>
            </a:endParaRPr>
          </a:p>
          <a:p>
            <a:pPr marL="18415">
              <a:lnSpc>
                <a:spcPct val="100000"/>
              </a:lnSpc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5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55"/>
              </a:spcBef>
            </a:pPr>
            <a:endParaRPr sz="1700">
              <a:latin typeface="Tahoma"/>
              <a:cs typeface="Tahoma"/>
            </a:endParaRPr>
          </a:p>
          <a:p>
            <a:pPr marL="15240">
              <a:lnSpc>
                <a:spcPct val="100000"/>
              </a:lnSpc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6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50"/>
              </a:spcBef>
            </a:pPr>
            <a:endParaRPr sz="1700">
              <a:latin typeface="Tahoma"/>
              <a:cs typeface="Tahoma"/>
            </a:endParaRPr>
          </a:p>
          <a:p>
            <a:pPr marL="20320">
              <a:lnSpc>
                <a:spcPct val="100000"/>
              </a:lnSpc>
            </a:pPr>
            <a:r>
              <a:rPr sz="1700" spc="30" dirty="0">
                <a:solidFill>
                  <a:srgbClr val="181818"/>
                </a:solidFill>
                <a:latin typeface="Tahoma"/>
                <a:cs typeface="Tahoma"/>
              </a:rPr>
              <a:t>7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17145">
              <a:lnSpc>
                <a:spcPct val="100000"/>
              </a:lnSpc>
            </a:pPr>
            <a:r>
              <a:rPr sz="1700" spc="95" dirty="0">
                <a:solidFill>
                  <a:srgbClr val="181818"/>
                </a:solidFill>
                <a:latin typeface="Tahoma"/>
                <a:cs typeface="Tahoma"/>
              </a:rPr>
              <a:t>8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15240">
              <a:lnSpc>
                <a:spcPct val="100000"/>
              </a:lnSpc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9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3554348" y="327786"/>
            <a:ext cx="11106150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1757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OBJECTIVES</a:t>
            </a:r>
          </a:p>
        </p:txBody>
      </p:sp>
      <p:pic>
        <p:nvPicPr>
          <p:cNvPr id="16" name="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12895" y="909827"/>
            <a:ext cx="946403" cy="237744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2288794" y="1645666"/>
            <a:ext cx="14170406" cy="9074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1. Automate Event Management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administrators to create, update, and delete events.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 event details in a centralized database.</a:t>
            </a: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2. Enable Online Ticket Booking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 users to book tickets through a simple web interface.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real-time ticket availability updates.</a:t>
            </a: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3. Prevent Overbooking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ticket validation logic.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Automatically deduct tickets after successful booking.</a:t>
            </a: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4. Ensure Secure User Access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login and role-based access control.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Restrict admin operations to authorized users.</a:t>
            </a: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5. Maintain Booking Records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 booking details systematically.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Track user name, tickets booked, and total amount.</a:t>
            </a: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6. Generate Reports &amp; Analytics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total tickets sold.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revenue generation.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event performance.</a:t>
            </a:r>
          </a:p>
          <a:p>
            <a:endParaRPr lang="en-US" sz="2800" dirty="0"/>
          </a:p>
          <a:p>
            <a:pPr marL="3810">
              <a:lnSpc>
                <a:spcPct val="100000"/>
              </a:lnSpc>
              <a:spcBef>
                <a:spcPts val="100"/>
              </a:spcBef>
              <a:buSzPct val="95312"/>
              <a:tabLst>
                <a:tab pos="334010" algn="l"/>
              </a:tabLst>
            </a:pPr>
            <a:endParaRPr sz="28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08659" y="3983735"/>
            <a:ext cx="993775" cy="992505"/>
          </a:xfrm>
          <a:custGeom>
            <a:avLst/>
            <a:gdLst/>
            <a:ahLst/>
            <a:cxnLst/>
            <a:rect l="l" t="t" r="r" b="b"/>
            <a:pathLst>
              <a:path w="993775" h="992504">
                <a:moveTo>
                  <a:pt x="496824" y="0"/>
                </a:moveTo>
                <a:lnTo>
                  <a:pt x="448977" y="2271"/>
                </a:lnTo>
                <a:lnTo>
                  <a:pt x="402417" y="8945"/>
                </a:lnTo>
                <a:lnTo>
                  <a:pt x="357351" y="19816"/>
                </a:lnTo>
                <a:lnTo>
                  <a:pt x="313989" y="34673"/>
                </a:lnTo>
                <a:lnTo>
                  <a:pt x="272538" y="53311"/>
                </a:lnTo>
                <a:lnTo>
                  <a:pt x="233207" y="75520"/>
                </a:lnTo>
                <a:lnTo>
                  <a:pt x="196203" y="101093"/>
                </a:lnTo>
                <a:lnTo>
                  <a:pt x="161736" y="129821"/>
                </a:lnTo>
                <a:lnTo>
                  <a:pt x="130012" y="161497"/>
                </a:lnTo>
                <a:lnTo>
                  <a:pt x="101241" y="195912"/>
                </a:lnTo>
                <a:lnTo>
                  <a:pt x="75630" y="232860"/>
                </a:lnTo>
                <a:lnTo>
                  <a:pt x="53388" y="272131"/>
                </a:lnTo>
                <a:lnTo>
                  <a:pt x="34724" y="313517"/>
                </a:lnTo>
                <a:lnTo>
                  <a:pt x="19844" y="356812"/>
                </a:lnTo>
                <a:lnTo>
                  <a:pt x="8958" y="401806"/>
                </a:lnTo>
                <a:lnTo>
                  <a:pt x="2274" y="448292"/>
                </a:lnTo>
                <a:lnTo>
                  <a:pt x="0" y="496062"/>
                </a:lnTo>
                <a:lnTo>
                  <a:pt x="2274" y="543831"/>
                </a:lnTo>
                <a:lnTo>
                  <a:pt x="8958" y="590317"/>
                </a:lnTo>
                <a:lnTo>
                  <a:pt x="19844" y="635311"/>
                </a:lnTo>
                <a:lnTo>
                  <a:pt x="34724" y="678606"/>
                </a:lnTo>
                <a:lnTo>
                  <a:pt x="53388" y="719992"/>
                </a:lnTo>
                <a:lnTo>
                  <a:pt x="75630" y="759263"/>
                </a:lnTo>
                <a:lnTo>
                  <a:pt x="101241" y="796211"/>
                </a:lnTo>
                <a:lnTo>
                  <a:pt x="130012" y="830626"/>
                </a:lnTo>
                <a:lnTo>
                  <a:pt x="161736" y="862302"/>
                </a:lnTo>
                <a:lnTo>
                  <a:pt x="196203" y="891030"/>
                </a:lnTo>
                <a:lnTo>
                  <a:pt x="233207" y="916603"/>
                </a:lnTo>
                <a:lnTo>
                  <a:pt x="272538" y="938812"/>
                </a:lnTo>
                <a:lnTo>
                  <a:pt x="313989" y="957450"/>
                </a:lnTo>
                <a:lnTo>
                  <a:pt x="357351" y="972307"/>
                </a:lnTo>
                <a:lnTo>
                  <a:pt x="402417" y="983178"/>
                </a:lnTo>
                <a:lnTo>
                  <a:pt x="448977" y="989852"/>
                </a:lnTo>
                <a:lnTo>
                  <a:pt x="496824" y="992124"/>
                </a:lnTo>
                <a:lnTo>
                  <a:pt x="544680" y="989852"/>
                </a:lnTo>
                <a:lnTo>
                  <a:pt x="591248" y="983178"/>
                </a:lnTo>
                <a:lnTo>
                  <a:pt x="636318" y="972307"/>
                </a:lnTo>
                <a:lnTo>
                  <a:pt x="679684" y="957450"/>
                </a:lnTo>
                <a:lnTo>
                  <a:pt x="721137" y="938812"/>
                </a:lnTo>
                <a:lnTo>
                  <a:pt x="760468" y="916603"/>
                </a:lnTo>
                <a:lnTo>
                  <a:pt x="797471" y="891030"/>
                </a:lnTo>
                <a:lnTo>
                  <a:pt x="831937" y="862302"/>
                </a:lnTo>
                <a:lnTo>
                  <a:pt x="863657" y="830626"/>
                </a:lnTo>
                <a:lnTo>
                  <a:pt x="892425" y="796211"/>
                </a:lnTo>
                <a:lnTo>
                  <a:pt x="918032" y="759263"/>
                </a:lnTo>
                <a:lnTo>
                  <a:pt x="940270" y="719992"/>
                </a:lnTo>
                <a:lnTo>
                  <a:pt x="958931" y="678606"/>
                </a:lnTo>
                <a:lnTo>
                  <a:pt x="973808" y="635311"/>
                </a:lnTo>
                <a:lnTo>
                  <a:pt x="984691" y="590317"/>
                </a:lnTo>
                <a:lnTo>
                  <a:pt x="991374" y="543831"/>
                </a:lnTo>
                <a:lnTo>
                  <a:pt x="993647" y="496062"/>
                </a:lnTo>
                <a:lnTo>
                  <a:pt x="991374" y="448292"/>
                </a:lnTo>
                <a:lnTo>
                  <a:pt x="984691" y="401806"/>
                </a:lnTo>
                <a:lnTo>
                  <a:pt x="973808" y="356812"/>
                </a:lnTo>
                <a:lnTo>
                  <a:pt x="958931" y="313517"/>
                </a:lnTo>
                <a:lnTo>
                  <a:pt x="940270" y="272131"/>
                </a:lnTo>
                <a:lnTo>
                  <a:pt x="918032" y="232860"/>
                </a:lnTo>
                <a:lnTo>
                  <a:pt x="892425" y="195912"/>
                </a:lnTo>
                <a:lnTo>
                  <a:pt x="863657" y="161497"/>
                </a:lnTo>
                <a:lnTo>
                  <a:pt x="831937" y="129821"/>
                </a:lnTo>
                <a:lnTo>
                  <a:pt x="797471" y="101093"/>
                </a:lnTo>
                <a:lnTo>
                  <a:pt x="760468" y="75520"/>
                </a:lnTo>
                <a:lnTo>
                  <a:pt x="721137" y="53311"/>
                </a:lnTo>
                <a:lnTo>
                  <a:pt x="679684" y="34673"/>
                </a:lnTo>
                <a:lnTo>
                  <a:pt x="636318" y="19816"/>
                </a:lnTo>
                <a:lnTo>
                  <a:pt x="591248" y="8945"/>
                </a:lnTo>
                <a:lnTo>
                  <a:pt x="544680" y="2271"/>
                </a:lnTo>
                <a:lnTo>
                  <a:pt x="496824" y="0"/>
                </a:lnTo>
                <a:close/>
              </a:path>
            </a:pathLst>
          </a:custGeom>
          <a:solidFill>
            <a:srgbClr val="FC611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77569" y="4211192"/>
            <a:ext cx="25590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270" dirty="0">
                <a:solidFill>
                  <a:srgbClr val="FFFDFD"/>
                </a:solidFill>
                <a:latin typeface="Tahoma"/>
                <a:cs typeface="Tahoma"/>
              </a:rPr>
              <a:t>4</a:t>
            </a:r>
            <a:endParaRPr sz="27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50975" y="3316223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125727" y="3426333"/>
            <a:ext cx="15811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3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50975" y="1982723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4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153160" y="2092833"/>
            <a:ext cx="102870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-375" dirty="0">
                <a:solidFill>
                  <a:srgbClr val="181818"/>
                </a:solidFill>
                <a:latin typeface="Tahoma"/>
                <a:cs typeface="Tahoma"/>
              </a:rPr>
              <a:t>1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50975" y="5094732"/>
            <a:ext cx="509270" cy="542925"/>
          </a:xfrm>
          <a:custGeom>
            <a:avLst/>
            <a:gdLst/>
            <a:ahLst/>
            <a:cxnLst/>
            <a:rect l="l" t="t" r="r" b="b"/>
            <a:pathLst>
              <a:path w="509269" h="542925">
                <a:moveTo>
                  <a:pt x="254508" y="0"/>
                </a:moveTo>
                <a:lnTo>
                  <a:pt x="208759" y="4369"/>
                </a:lnTo>
                <a:lnTo>
                  <a:pt x="165700" y="16966"/>
                </a:lnTo>
                <a:lnTo>
                  <a:pt x="126051" y="37027"/>
                </a:lnTo>
                <a:lnTo>
                  <a:pt x="90530" y="63786"/>
                </a:lnTo>
                <a:lnTo>
                  <a:pt x="59856" y="96478"/>
                </a:lnTo>
                <a:lnTo>
                  <a:pt x="34747" y="134337"/>
                </a:lnTo>
                <a:lnTo>
                  <a:pt x="15922" y="176600"/>
                </a:lnTo>
                <a:lnTo>
                  <a:pt x="4100" y="222499"/>
                </a:lnTo>
                <a:lnTo>
                  <a:pt x="0" y="271271"/>
                </a:lnTo>
                <a:lnTo>
                  <a:pt x="4100" y="320044"/>
                </a:lnTo>
                <a:lnTo>
                  <a:pt x="15922" y="365943"/>
                </a:lnTo>
                <a:lnTo>
                  <a:pt x="34747" y="408206"/>
                </a:lnTo>
                <a:lnTo>
                  <a:pt x="59856" y="446065"/>
                </a:lnTo>
                <a:lnTo>
                  <a:pt x="90530" y="478757"/>
                </a:lnTo>
                <a:lnTo>
                  <a:pt x="126051" y="505516"/>
                </a:lnTo>
                <a:lnTo>
                  <a:pt x="165700" y="525577"/>
                </a:lnTo>
                <a:lnTo>
                  <a:pt x="208759" y="538174"/>
                </a:lnTo>
                <a:lnTo>
                  <a:pt x="254508" y="542543"/>
                </a:lnTo>
                <a:lnTo>
                  <a:pt x="300263" y="538174"/>
                </a:lnTo>
                <a:lnTo>
                  <a:pt x="343325" y="525577"/>
                </a:lnTo>
                <a:lnTo>
                  <a:pt x="382975" y="505516"/>
                </a:lnTo>
                <a:lnTo>
                  <a:pt x="418495" y="478757"/>
                </a:lnTo>
                <a:lnTo>
                  <a:pt x="449168" y="446065"/>
                </a:lnTo>
                <a:lnTo>
                  <a:pt x="474274" y="408206"/>
                </a:lnTo>
                <a:lnTo>
                  <a:pt x="493096" y="365943"/>
                </a:lnTo>
                <a:lnTo>
                  <a:pt x="504916" y="320044"/>
                </a:lnTo>
                <a:lnTo>
                  <a:pt x="509016" y="271271"/>
                </a:lnTo>
                <a:lnTo>
                  <a:pt x="504916" y="222499"/>
                </a:lnTo>
                <a:lnTo>
                  <a:pt x="493096" y="176600"/>
                </a:lnTo>
                <a:lnTo>
                  <a:pt x="474274" y="134337"/>
                </a:lnTo>
                <a:lnTo>
                  <a:pt x="449168" y="96478"/>
                </a:lnTo>
                <a:lnTo>
                  <a:pt x="418495" y="63786"/>
                </a:lnTo>
                <a:lnTo>
                  <a:pt x="382975" y="37027"/>
                </a:lnTo>
                <a:lnTo>
                  <a:pt x="343325" y="16966"/>
                </a:lnTo>
                <a:lnTo>
                  <a:pt x="300263" y="4369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125727" y="5204840"/>
            <a:ext cx="1581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5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50975" y="2648711"/>
            <a:ext cx="509270" cy="542925"/>
          </a:xfrm>
          <a:custGeom>
            <a:avLst/>
            <a:gdLst/>
            <a:ahLst/>
            <a:cxnLst/>
            <a:rect l="l" t="t" r="r" b="b"/>
            <a:pathLst>
              <a:path w="509269" h="542925">
                <a:moveTo>
                  <a:pt x="254508" y="0"/>
                </a:moveTo>
                <a:lnTo>
                  <a:pt x="208759" y="4369"/>
                </a:lnTo>
                <a:lnTo>
                  <a:pt x="165700" y="16966"/>
                </a:lnTo>
                <a:lnTo>
                  <a:pt x="126051" y="37027"/>
                </a:lnTo>
                <a:lnTo>
                  <a:pt x="90530" y="63786"/>
                </a:lnTo>
                <a:lnTo>
                  <a:pt x="59856" y="96478"/>
                </a:lnTo>
                <a:lnTo>
                  <a:pt x="34747" y="134337"/>
                </a:lnTo>
                <a:lnTo>
                  <a:pt x="15922" y="176600"/>
                </a:lnTo>
                <a:lnTo>
                  <a:pt x="4100" y="222499"/>
                </a:lnTo>
                <a:lnTo>
                  <a:pt x="0" y="271272"/>
                </a:lnTo>
                <a:lnTo>
                  <a:pt x="4100" y="320044"/>
                </a:lnTo>
                <a:lnTo>
                  <a:pt x="15922" y="365943"/>
                </a:lnTo>
                <a:lnTo>
                  <a:pt x="34747" y="408206"/>
                </a:lnTo>
                <a:lnTo>
                  <a:pt x="59856" y="446065"/>
                </a:lnTo>
                <a:lnTo>
                  <a:pt x="90530" y="478757"/>
                </a:lnTo>
                <a:lnTo>
                  <a:pt x="126051" y="505516"/>
                </a:lnTo>
                <a:lnTo>
                  <a:pt x="165700" y="525577"/>
                </a:lnTo>
                <a:lnTo>
                  <a:pt x="208759" y="538174"/>
                </a:lnTo>
                <a:lnTo>
                  <a:pt x="254508" y="542544"/>
                </a:lnTo>
                <a:lnTo>
                  <a:pt x="300263" y="538174"/>
                </a:lnTo>
                <a:lnTo>
                  <a:pt x="343325" y="525577"/>
                </a:lnTo>
                <a:lnTo>
                  <a:pt x="382975" y="505516"/>
                </a:lnTo>
                <a:lnTo>
                  <a:pt x="418495" y="478757"/>
                </a:lnTo>
                <a:lnTo>
                  <a:pt x="449168" y="446065"/>
                </a:lnTo>
                <a:lnTo>
                  <a:pt x="474274" y="408206"/>
                </a:lnTo>
                <a:lnTo>
                  <a:pt x="493096" y="365943"/>
                </a:lnTo>
                <a:lnTo>
                  <a:pt x="504916" y="320044"/>
                </a:lnTo>
                <a:lnTo>
                  <a:pt x="509016" y="271272"/>
                </a:lnTo>
                <a:lnTo>
                  <a:pt x="504916" y="222499"/>
                </a:lnTo>
                <a:lnTo>
                  <a:pt x="493096" y="176600"/>
                </a:lnTo>
                <a:lnTo>
                  <a:pt x="474274" y="134337"/>
                </a:lnTo>
                <a:lnTo>
                  <a:pt x="449168" y="96478"/>
                </a:lnTo>
                <a:lnTo>
                  <a:pt x="418495" y="63786"/>
                </a:lnTo>
                <a:lnTo>
                  <a:pt x="382975" y="37027"/>
                </a:lnTo>
                <a:lnTo>
                  <a:pt x="343325" y="16966"/>
                </a:lnTo>
                <a:lnTo>
                  <a:pt x="300263" y="4369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127252" y="2758567"/>
            <a:ext cx="1555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40" dirty="0">
                <a:solidFill>
                  <a:srgbClr val="181818"/>
                </a:solidFill>
                <a:latin typeface="Tahoma"/>
                <a:cs typeface="Tahoma"/>
              </a:rPr>
              <a:t>2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50975" y="6425184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950975" y="5759196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1122680" y="5870828"/>
            <a:ext cx="16573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6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950975" y="7092695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950975" y="7760207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4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4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1122680" y="6536563"/>
            <a:ext cx="165735" cy="1621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105"/>
              </a:spcBef>
            </a:pPr>
            <a:r>
              <a:rPr sz="1700" spc="30" dirty="0">
                <a:solidFill>
                  <a:srgbClr val="181818"/>
                </a:solidFill>
                <a:latin typeface="Tahoma"/>
                <a:cs typeface="Tahoma"/>
              </a:rPr>
              <a:t>7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13970">
              <a:lnSpc>
                <a:spcPct val="100000"/>
              </a:lnSpc>
            </a:pPr>
            <a:r>
              <a:rPr sz="1700" spc="95" dirty="0">
                <a:solidFill>
                  <a:srgbClr val="181818"/>
                </a:solidFill>
                <a:latin typeface="Tahoma"/>
                <a:cs typeface="Tahoma"/>
              </a:rPr>
              <a:t>8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9</a:t>
            </a:r>
            <a:endParaRPr sz="1700">
              <a:latin typeface="Tahoma"/>
              <a:cs typeface="Tahoma"/>
            </a:endParaRPr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12895" y="909827"/>
            <a:ext cx="946403" cy="237744"/>
          </a:xfrm>
          <a:prstGeom prst="rect">
            <a:avLst/>
          </a:prstGeom>
        </p:spPr>
      </p:pic>
      <p:sp>
        <p:nvSpPr>
          <p:cNvPr id="19" name="object 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60955">
              <a:lnSpc>
                <a:spcPct val="100000"/>
              </a:lnSpc>
              <a:spcBef>
                <a:spcPts val="100"/>
              </a:spcBef>
            </a:pPr>
            <a:r>
              <a:rPr dirty="0"/>
              <a:t>PROPOSED</a:t>
            </a:r>
            <a:r>
              <a:rPr spc="-140" dirty="0"/>
              <a:t> </a:t>
            </a:r>
            <a:r>
              <a:rPr spc="-10" dirty="0"/>
              <a:t>SYSTEM</a:t>
            </a:r>
          </a:p>
        </p:txBody>
      </p:sp>
      <p:sp>
        <p:nvSpPr>
          <p:cNvPr id="20" name="object 20"/>
          <p:cNvSpPr txBox="1"/>
          <p:nvPr/>
        </p:nvSpPr>
        <p:spPr>
          <a:xfrm>
            <a:off x="2288794" y="1645666"/>
            <a:ext cx="14924405" cy="44448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4445">
              <a:lnSpc>
                <a:spcPct val="100000"/>
              </a:lnSpc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Calibri"/>
                <a:cs typeface="Calibri"/>
              </a:rPr>
              <a:t>	To</a:t>
            </a:r>
            <a:r>
              <a:rPr sz="3200" spc="1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provide</a:t>
            </a:r>
            <a:r>
              <a:rPr sz="3200" spc="1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</a:t>
            </a:r>
            <a:r>
              <a:rPr sz="3200" spc="145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centralized,</a:t>
            </a:r>
            <a:r>
              <a:rPr sz="3200" b="1" spc="125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automated,</a:t>
            </a:r>
            <a:r>
              <a:rPr sz="3200" b="1" spc="130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and</a:t>
            </a:r>
            <a:r>
              <a:rPr sz="3200" b="1" spc="135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efficient</a:t>
            </a:r>
            <a:r>
              <a:rPr sz="3200" b="1" spc="135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platform</a:t>
            </a:r>
            <a:r>
              <a:rPr sz="3200" b="1" spc="1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for</a:t>
            </a:r>
            <a:r>
              <a:rPr sz="3200" spc="1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managing</a:t>
            </a:r>
            <a:r>
              <a:rPr sz="3200" spc="1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tickets</a:t>
            </a:r>
            <a:r>
              <a:rPr sz="3200" spc="13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from </a:t>
            </a:r>
            <a:r>
              <a:rPr sz="3200" dirty="0">
                <a:latin typeface="Calibri"/>
                <a:cs typeface="Calibri"/>
              </a:rPr>
              <a:t>creation</a:t>
            </a:r>
            <a:r>
              <a:rPr sz="3200" spc="-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closure,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improving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response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time,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tracking,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reporting.</a:t>
            </a:r>
            <a:endParaRPr sz="3200" dirty="0">
              <a:latin typeface="Calibri"/>
              <a:cs typeface="Calibri"/>
            </a:endParaRPr>
          </a:p>
          <a:p>
            <a:pPr marL="333375" indent="-325755">
              <a:lnSpc>
                <a:spcPct val="100000"/>
              </a:lnSpc>
              <a:buSzPct val="96875"/>
              <a:buFont typeface="Wingdings"/>
              <a:buChar char=""/>
              <a:tabLst>
                <a:tab pos="333375" algn="l"/>
              </a:tabLst>
            </a:pPr>
            <a:r>
              <a:rPr sz="3200" spc="-35" dirty="0">
                <a:latin typeface="Calibri"/>
                <a:cs typeface="Calibri"/>
              </a:rPr>
              <a:t>Data-</a:t>
            </a:r>
            <a:r>
              <a:rPr sz="3200" dirty="0">
                <a:latin typeface="Calibri"/>
                <a:cs typeface="Calibri"/>
              </a:rPr>
              <a:t>driven</a:t>
            </a:r>
            <a:r>
              <a:rPr sz="3200" spc="-10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insights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for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continuous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improvement</a:t>
            </a:r>
            <a:endParaRPr sz="3200" dirty="0">
              <a:latin typeface="Calibri"/>
              <a:cs typeface="Calibri"/>
            </a:endParaRPr>
          </a:p>
          <a:p>
            <a:pPr marL="334010" indent="-325755">
              <a:lnSpc>
                <a:spcPct val="100000"/>
              </a:lnSpc>
              <a:spcBef>
                <a:spcPts val="5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Calibri"/>
                <a:cs typeface="Calibri"/>
              </a:rPr>
              <a:t>Stores</a:t>
            </a:r>
            <a:r>
              <a:rPr sz="3200" spc="-12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tickets,</a:t>
            </a:r>
            <a:r>
              <a:rPr sz="3200" spc="-1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users,</a:t>
            </a:r>
            <a:r>
              <a:rPr sz="3200" spc="-114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agent</a:t>
            </a:r>
            <a:r>
              <a:rPr sz="3200" spc="-114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info,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communication</a:t>
            </a:r>
            <a:r>
              <a:rPr sz="3200" spc="-1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logs,</a:t>
            </a:r>
            <a:r>
              <a:rPr sz="3200" spc="-10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attachment</a:t>
            </a:r>
            <a:endParaRPr sz="3200" dirty="0">
              <a:latin typeface="Calibri"/>
              <a:cs typeface="Calibri"/>
            </a:endParaRPr>
          </a:p>
          <a:p>
            <a:pPr marL="334010" indent="-325755">
              <a:lnSpc>
                <a:spcPct val="100000"/>
              </a:lnSpc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Calibri"/>
                <a:cs typeface="Calibri"/>
              </a:rPr>
              <a:t>Supports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reporting,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analytics,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audit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trails</a:t>
            </a:r>
            <a:endParaRPr sz="3200" dirty="0">
              <a:latin typeface="Calibri"/>
              <a:cs typeface="Calibri"/>
            </a:endParaRPr>
          </a:p>
          <a:p>
            <a:pPr marL="334010" indent="-325755">
              <a:lnSpc>
                <a:spcPct val="100000"/>
              </a:lnSpc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lang="en-US" sz="3200" spc="-10" dirty="0">
                <a:latin typeface="Calibri"/>
                <a:cs typeface="Calibri"/>
              </a:rPr>
              <a:t>I</a:t>
            </a:r>
            <a:r>
              <a:rPr sz="3200" spc="-10" dirty="0">
                <a:latin typeface="Calibri"/>
                <a:cs typeface="Calibri"/>
              </a:rPr>
              <a:t>ntelligent</a:t>
            </a:r>
            <a:r>
              <a:rPr sz="3200" spc="-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routing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10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assignment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10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agents/teams</a:t>
            </a:r>
            <a:endParaRPr sz="3200" dirty="0">
              <a:latin typeface="Calibri"/>
              <a:cs typeface="Calibri"/>
            </a:endParaRPr>
          </a:p>
          <a:p>
            <a:pPr marL="334010" indent="-325755">
              <a:lnSpc>
                <a:spcPct val="100000"/>
              </a:lnSpc>
              <a:spcBef>
                <a:spcPts val="5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Calibri"/>
                <a:cs typeface="Calibri"/>
              </a:rPr>
              <a:t>Capture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user</a:t>
            </a:r>
            <a:r>
              <a:rPr sz="3200" spc="-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details,</a:t>
            </a:r>
            <a:r>
              <a:rPr sz="3200" spc="-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issue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description,</a:t>
            </a:r>
            <a:r>
              <a:rPr sz="3200" spc="-9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priority,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attachments</a:t>
            </a:r>
            <a:endParaRPr sz="3200" dirty="0">
              <a:latin typeface="Calibri"/>
              <a:cs typeface="Calibri"/>
            </a:endParaRPr>
          </a:p>
          <a:p>
            <a:pPr marL="334010" indent="-325755">
              <a:lnSpc>
                <a:spcPct val="100000"/>
              </a:lnSpc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spc="-10" dirty="0">
                <a:latin typeface="Calibri"/>
                <a:cs typeface="Calibri"/>
              </a:rPr>
              <a:t>Automation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reduces</a:t>
            </a:r>
            <a:r>
              <a:rPr sz="3200" spc="-1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manual</a:t>
            </a:r>
            <a:r>
              <a:rPr sz="3200" spc="-9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effort</a:t>
            </a:r>
            <a:endParaRPr sz="3200" dirty="0">
              <a:latin typeface="Calibri"/>
              <a:cs typeface="Calibri"/>
            </a:endParaRPr>
          </a:p>
          <a:p>
            <a:pPr marL="334010" indent="-325755">
              <a:lnSpc>
                <a:spcPct val="100000"/>
              </a:lnSpc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Calibri"/>
                <a:cs typeface="Calibri"/>
              </a:rPr>
              <a:t>Scalable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integrable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with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CRM/ERP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systems</a:t>
            </a:r>
            <a:endParaRPr sz="3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08659" y="4655820"/>
            <a:ext cx="993775" cy="992505"/>
          </a:xfrm>
          <a:custGeom>
            <a:avLst/>
            <a:gdLst/>
            <a:ahLst/>
            <a:cxnLst/>
            <a:rect l="l" t="t" r="r" b="b"/>
            <a:pathLst>
              <a:path w="993775" h="992504">
                <a:moveTo>
                  <a:pt x="496824" y="0"/>
                </a:moveTo>
                <a:lnTo>
                  <a:pt x="448977" y="2271"/>
                </a:lnTo>
                <a:lnTo>
                  <a:pt x="402417" y="8945"/>
                </a:lnTo>
                <a:lnTo>
                  <a:pt x="357351" y="19816"/>
                </a:lnTo>
                <a:lnTo>
                  <a:pt x="313989" y="34673"/>
                </a:lnTo>
                <a:lnTo>
                  <a:pt x="272538" y="53311"/>
                </a:lnTo>
                <a:lnTo>
                  <a:pt x="233207" y="75520"/>
                </a:lnTo>
                <a:lnTo>
                  <a:pt x="196203" y="101093"/>
                </a:lnTo>
                <a:lnTo>
                  <a:pt x="161736" y="129821"/>
                </a:lnTo>
                <a:lnTo>
                  <a:pt x="130012" y="161497"/>
                </a:lnTo>
                <a:lnTo>
                  <a:pt x="101241" y="195912"/>
                </a:lnTo>
                <a:lnTo>
                  <a:pt x="75630" y="232860"/>
                </a:lnTo>
                <a:lnTo>
                  <a:pt x="53388" y="272131"/>
                </a:lnTo>
                <a:lnTo>
                  <a:pt x="34724" y="313517"/>
                </a:lnTo>
                <a:lnTo>
                  <a:pt x="19844" y="356812"/>
                </a:lnTo>
                <a:lnTo>
                  <a:pt x="8958" y="401806"/>
                </a:lnTo>
                <a:lnTo>
                  <a:pt x="2274" y="448292"/>
                </a:lnTo>
                <a:lnTo>
                  <a:pt x="0" y="496062"/>
                </a:lnTo>
                <a:lnTo>
                  <a:pt x="2274" y="543831"/>
                </a:lnTo>
                <a:lnTo>
                  <a:pt x="8958" y="590317"/>
                </a:lnTo>
                <a:lnTo>
                  <a:pt x="19844" y="635311"/>
                </a:lnTo>
                <a:lnTo>
                  <a:pt x="34724" y="678606"/>
                </a:lnTo>
                <a:lnTo>
                  <a:pt x="53388" y="719992"/>
                </a:lnTo>
                <a:lnTo>
                  <a:pt x="75630" y="759263"/>
                </a:lnTo>
                <a:lnTo>
                  <a:pt x="101241" y="796211"/>
                </a:lnTo>
                <a:lnTo>
                  <a:pt x="130012" y="830626"/>
                </a:lnTo>
                <a:lnTo>
                  <a:pt x="161736" y="862302"/>
                </a:lnTo>
                <a:lnTo>
                  <a:pt x="196203" y="891030"/>
                </a:lnTo>
                <a:lnTo>
                  <a:pt x="233207" y="916603"/>
                </a:lnTo>
                <a:lnTo>
                  <a:pt x="272538" y="938812"/>
                </a:lnTo>
                <a:lnTo>
                  <a:pt x="313989" y="957450"/>
                </a:lnTo>
                <a:lnTo>
                  <a:pt x="357351" y="972307"/>
                </a:lnTo>
                <a:lnTo>
                  <a:pt x="402417" y="983178"/>
                </a:lnTo>
                <a:lnTo>
                  <a:pt x="448977" y="989852"/>
                </a:lnTo>
                <a:lnTo>
                  <a:pt x="496824" y="992124"/>
                </a:lnTo>
                <a:lnTo>
                  <a:pt x="544680" y="989852"/>
                </a:lnTo>
                <a:lnTo>
                  <a:pt x="591248" y="983178"/>
                </a:lnTo>
                <a:lnTo>
                  <a:pt x="636318" y="972307"/>
                </a:lnTo>
                <a:lnTo>
                  <a:pt x="679684" y="957450"/>
                </a:lnTo>
                <a:lnTo>
                  <a:pt x="721137" y="938812"/>
                </a:lnTo>
                <a:lnTo>
                  <a:pt x="760468" y="916603"/>
                </a:lnTo>
                <a:lnTo>
                  <a:pt x="797471" y="891030"/>
                </a:lnTo>
                <a:lnTo>
                  <a:pt x="831937" y="862302"/>
                </a:lnTo>
                <a:lnTo>
                  <a:pt x="863657" y="830626"/>
                </a:lnTo>
                <a:lnTo>
                  <a:pt x="892425" y="796211"/>
                </a:lnTo>
                <a:lnTo>
                  <a:pt x="918032" y="759263"/>
                </a:lnTo>
                <a:lnTo>
                  <a:pt x="940270" y="719992"/>
                </a:lnTo>
                <a:lnTo>
                  <a:pt x="958931" y="678606"/>
                </a:lnTo>
                <a:lnTo>
                  <a:pt x="973808" y="635311"/>
                </a:lnTo>
                <a:lnTo>
                  <a:pt x="984691" y="590317"/>
                </a:lnTo>
                <a:lnTo>
                  <a:pt x="991374" y="543831"/>
                </a:lnTo>
                <a:lnTo>
                  <a:pt x="993647" y="496062"/>
                </a:lnTo>
                <a:lnTo>
                  <a:pt x="991374" y="448292"/>
                </a:lnTo>
                <a:lnTo>
                  <a:pt x="984691" y="401806"/>
                </a:lnTo>
                <a:lnTo>
                  <a:pt x="973808" y="356812"/>
                </a:lnTo>
                <a:lnTo>
                  <a:pt x="958931" y="313517"/>
                </a:lnTo>
                <a:lnTo>
                  <a:pt x="940270" y="272131"/>
                </a:lnTo>
                <a:lnTo>
                  <a:pt x="918032" y="232860"/>
                </a:lnTo>
                <a:lnTo>
                  <a:pt x="892425" y="195912"/>
                </a:lnTo>
                <a:lnTo>
                  <a:pt x="863657" y="161497"/>
                </a:lnTo>
                <a:lnTo>
                  <a:pt x="831937" y="129821"/>
                </a:lnTo>
                <a:lnTo>
                  <a:pt x="797471" y="101093"/>
                </a:lnTo>
                <a:lnTo>
                  <a:pt x="760468" y="75520"/>
                </a:lnTo>
                <a:lnTo>
                  <a:pt x="721137" y="53311"/>
                </a:lnTo>
                <a:lnTo>
                  <a:pt x="679684" y="34673"/>
                </a:lnTo>
                <a:lnTo>
                  <a:pt x="636318" y="19816"/>
                </a:lnTo>
                <a:lnTo>
                  <a:pt x="591248" y="8945"/>
                </a:lnTo>
                <a:lnTo>
                  <a:pt x="544680" y="2271"/>
                </a:lnTo>
                <a:lnTo>
                  <a:pt x="496824" y="0"/>
                </a:lnTo>
                <a:close/>
              </a:path>
            </a:pathLst>
          </a:custGeom>
          <a:solidFill>
            <a:srgbClr val="FC611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86713" y="4883658"/>
            <a:ext cx="23558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125" dirty="0">
                <a:solidFill>
                  <a:srgbClr val="FFFDFD"/>
                </a:solidFill>
                <a:latin typeface="Tahoma"/>
                <a:cs typeface="Tahoma"/>
              </a:rPr>
              <a:t>5</a:t>
            </a:r>
            <a:endParaRPr sz="27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50975" y="3320796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125727" y="3431285"/>
            <a:ext cx="15811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3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50975" y="1987295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4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153160" y="2097405"/>
            <a:ext cx="102870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-375" dirty="0">
                <a:solidFill>
                  <a:srgbClr val="181818"/>
                </a:solidFill>
                <a:latin typeface="Tahoma"/>
                <a:cs typeface="Tahoma"/>
              </a:rPr>
              <a:t>1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50975" y="3988308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119632" y="4098797"/>
            <a:ext cx="1708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60" dirty="0">
                <a:solidFill>
                  <a:srgbClr val="181818"/>
                </a:solidFill>
                <a:latin typeface="Tahoma"/>
                <a:cs typeface="Tahoma"/>
              </a:rPr>
              <a:t>4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50975" y="2653283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4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4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4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127252" y="2763393"/>
            <a:ext cx="1555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40" dirty="0">
                <a:solidFill>
                  <a:srgbClr val="181818"/>
                </a:solidFill>
                <a:latin typeface="Tahoma"/>
                <a:cs typeface="Tahoma"/>
              </a:rPr>
              <a:t>2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50975" y="6429755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4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4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1127252" y="6541389"/>
            <a:ext cx="154940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30" dirty="0">
                <a:solidFill>
                  <a:srgbClr val="181818"/>
                </a:solidFill>
                <a:latin typeface="Tahoma"/>
                <a:cs typeface="Tahoma"/>
              </a:rPr>
              <a:t>7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950975" y="5765291"/>
            <a:ext cx="509270" cy="542925"/>
          </a:xfrm>
          <a:custGeom>
            <a:avLst/>
            <a:gdLst/>
            <a:ahLst/>
            <a:cxnLst/>
            <a:rect l="l" t="t" r="r" b="b"/>
            <a:pathLst>
              <a:path w="509269" h="542925">
                <a:moveTo>
                  <a:pt x="254508" y="0"/>
                </a:moveTo>
                <a:lnTo>
                  <a:pt x="208759" y="4369"/>
                </a:lnTo>
                <a:lnTo>
                  <a:pt x="165700" y="16966"/>
                </a:lnTo>
                <a:lnTo>
                  <a:pt x="126051" y="37027"/>
                </a:lnTo>
                <a:lnTo>
                  <a:pt x="90530" y="63786"/>
                </a:lnTo>
                <a:lnTo>
                  <a:pt x="59856" y="96478"/>
                </a:lnTo>
                <a:lnTo>
                  <a:pt x="34747" y="134337"/>
                </a:lnTo>
                <a:lnTo>
                  <a:pt x="15922" y="176600"/>
                </a:lnTo>
                <a:lnTo>
                  <a:pt x="4100" y="222499"/>
                </a:lnTo>
                <a:lnTo>
                  <a:pt x="0" y="271272"/>
                </a:lnTo>
                <a:lnTo>
                  <a:pt x="4100" y="320044"/>
                </a:lnTo>
                <a:lnTo>
                  <a:pt x="15922" y="365943"/>
                </a:lnTo>
                <a:lnTo>
                  <a:pt x="34747" y="408206"/>
                </a:lnTo>
                <a:lnTo>
                  <a:pt x="59856" y="446065"/>
                </a:lnTo>
                <a:lnTo>
                  <a:pt x="90530" y="478757"/>
                </a:lnTo>
                <a:lnTo>
                  <a:pt x="126051" y="505516"/>
                </a:lnTo>
                <a:lnTo>
                  <a:pt x="165700" y="525577"/>
                </a:lnTo>
                <a:lnTo>
                  <a:pt x="208759" y="538174"/>
                </a:lnTo>
                <a:lnTo>
                  <a:pt x="254508" y="542544"/>
                </a:lnTo>
                <a:lnTo>
                  <a:pt x="300263" y="538174"/>
                </a:lnTo>
                <a:lnTo>
                  <a:pt x="343325" y="525577"/>
                </a:lnTo>
                <a:lnTo>
                  <a:pt x="382975" y="505516"/>
                </a:lnTo>
                <a:lnTo>
                  <a:pt x="418495" y="478757"/>
                </a:lnTo>
                <a:lnTo>
                  <a:pt x="449168" y="446065"/>
                </a:lnTo>
                <a:lnTo>
                  <a:pt x="474274" y="408206"/>
                </a:lnTo>
                <a:lnTo>
                  <a:pt x="493096" y="365943"/>
                </a:lnTo>
                <a:lnTo>
                  <a:pt x="504916" y="320044"/>
                </a:lnTo>
                <a:lnTo>
                  <a:pt x="509016" y="271272"/>
                </a:lnTo>
                <a:lnTo>
                  <a:pt x="504916" y="222499"/>
                </a:lnTo>
                <a:lnTo>
                  <a:pt x="493096" y="176600"/>
                </a:lnTo>
                <a:lnTo>
                  <a:pt x="474274" y="134337"/>
                </a:lnTo>
                <a:lnTo>
                  <a:pt x="449168" y="96478"/>
                </a:lnTo>
                <a:lnTo>
                  <a:pt x="418495" y="63786"/>
                </a:lnTo>
                <a:lnTo>
                  <a:pt x="382975" y="37027"/>
                </a:lnTo>
                <a:lnTo>
                  <a:pt x="343325" y="16966"/>
                </a:lnTo>
                <a:lnTo>
                  <a:pt x="300263" y="4369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122680" y="5875401"/>
            <a:ext cx="16573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6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950975" y="7088123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8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1124203" y="7199503"/>
            <a:ext cx="16192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95" dirty="0">
                <a:solidFill>
                  <a:srgbClr val="181818"/>
                </a:solidFill>
                <a:latin typeface="Tahoma"/>
                <a:cs typeface="Tahoma"/>
              </a:rPr>
              <a:t>8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950975" y="7755635"/>
            <a:ext cx="509270" cy="544195"/>
          </a:xfrm>
          <a:custGeom>
            <a:avLst/>
            <a:gdLst/>
            <a:ahLst/>
            <a:cxnLst/>
            <a:rect l="l" t="t" r="r" b="b"/>
            <a:pathLst>
              <a:path w="509269" h="544195">
                <a:moveTo>
                  <a:pt x="254508" y="0"/>
                </a:moveTo>
                <a:lnTo>
                  <a:pt x="208759" y="4382"/>
                </a:lnTo>
                <a:lnTo>
                  <a:pt x="165700" y="17019"/>
                </a:lnTo>
                <a:lnTo>
                  <a:pt x="126051" y="37140"/>
                </a:lnTo>
                <a:lnTo>
                  <a:pt x="90530" y="63978"/>
                </a:lnTo>
                <a:lnTo>
                  <a:pt x="59856" y="96765"/>
                </a:lnTo>
                <a:lnTo>
                  <a:pt x="34747" y="134732"/>
                </a:lnTo>
                <a:lnTo>
                  <a:pt x="15922" y="177112"/>
                </a:lnTo>
                <a:lnTo>
                  <a:pt x="4100" y="223135"/>
                </a:lnTo>
                <a:lnTo>
                  <a:pt x="0" y="272033"/>
                </a:lnTo>
                <a:lnTo>
                  <a:pt x="4100" y="320932"/>
                </a:lnTo>
                <a:lnTo>
                  <a:pt x="15922" y="366955"/>
                </a:lnTo>
                <a:lnTo>
                  <a:pt x="34747" y="409335"/>
                </a:lnTo>
                <a:lnTo>
                  <a:pt x="59856" y="447302"/>
                </a:lnTo>
                <a:lnTo>
                  <a:pt x="90530" y="480089"/>
                </a:lnTo>
                <a:lnTo>
                  <a:pt x="126051" y="506927"/>
                </a:lnTo>
                <a:lnTo>
                  <a:pt x="165700" y="527048"/>
                </a:lnTo>
                <a:lnTo>
                  <a:pt x="208759" y="539685"/>
                </a:lnTo>
                <a:lnTo>
                  <a:pt x="254508" y="544067"/>
                </a:lnTo>
                <a:lnTo>
                  <a:pt x="300263" y="539685"/>
                </a:lnTo>
                <a:lnTo>
                  <a:pt x="343325" y="527048"/>
                </a:lnTo>
                <a:lnTo>
                  <a:pt x="382975" y="506927"/>
                </a:lnTo>
                <a:lnTo>
                  <a:pt x="418495" y="480089"/>
                </a:lnTo>
                <a:lnTo>
                  <a:pt x="449168" y="447302"/>
                </a:lnTo>
                <a:lnTo>
                  <a:pt x="474274" y="409335"/>
                </a:lnTo>
                <a:lnTo>
                  <a:pt x="493096" y="366955"/>
                </a:lnTo>
                <a:lnTo>
                  <a:pt x="504916" y="320932"/>
                </a:lnTo>
                <a:lnTo>
                  <a:pt x="509016" y="272033"/>
                </a:lnTo>
                <a:lnTo>
                  <a:pt x="504916" y="223135"/>
                </a:lnTo>
                <a:lnTo>
                  <a:pt x="493096" y="177112"/>
                </a:lnTo>
                <a:lnTo>
                  <a:pt x="474274" y="134732"/>
                </a:lnTo>
                <a:lnTo>
                  <a:pt x="449168" y="96765"/>
                </a:lnTo>
                <a:lnTo>
                  <a:pt x="418495" y="63978"/>
                </a:lnTo>
                <a:lnTo>
                  <a:pt x="382975" y="37140"/>
                </a:lnTo>
                <a:lnTo>
                  <a:pt x="343325" y="17019"/>
                </a:lnTo>
                <a:lnTo>
                  <a:pt x="300263" y="4382"/>
                </a:lnTo>
                <a:lnTo>
                  <a:pt x="254508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1122680" y="7867268"/>
            <a:ext cx="16573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9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PROPOSED</a:t>
            </a:r>
            <a:r>
              <a:rPr spc="-114" dirty="0"/>
              <a:t> </a:t>
            </a:r>
            <a:r>
              <a:rPr dirty="0"/>
              <a:t>SYSTEM</a:t>
            </a:r>
            <a:r>
              <a:rPr spc="-300" dirty="0"/>
              <a:t> </a:t>
            </a:r>
            <a:r>
              <a:rPr spc="-10" dirty="0"/>
              <a:t>ARCHITECTURE</a:t>
            </a:r>
          </a:p>
        </p:txBody>
      </p:sp>
      <p:pic>
        <p:nvPicPr>
          <p:cNvPr id="1026" name="Picture 2" descr="Spring Boot Architecture: Controller, Service, Repository, Database &amp;  Architecture Flow | by Ramesh Fadatare | Medium">
            <a:extLst>
              <a:ext uri="{FF2B5EF4-FFF2-40B4-BE49-F238E27FC236}">
                <a16:creationId xmlns:a16="http://schemas.microsoft.com/office/drawing/2014/main" id="{CC8A269C-8CFD-2A3E-CD3F-B65CEEE66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0488" y="1714500"/>
            <a:ext cx="14531112" cy="693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36091" y="5318759"/>
            <a:ext cx="992505" cy="992505"/>
          </a:xfrm>
          <a:custGeom>
            <a:avLst/>
            <a:gdLst/>
            <a:ahLst/>
            <a:cxnLst/>
            <a:rect l="l" t="t" r="r" b="b"/>
            <a:pathLst>
              <a:path w="992505" h="992504">
                <a:moveTo>
                  <a:pt x="496061" y="0"/>
                </a:moveTo>
                <a:lnTo>
                  <a:pt x="448288" y="2271"/>
                </a:lnTo>
                <a:lnTo>
                  <a:pt x="401799" y="8945"/>
                </a:lnTo>
                <a:lnTo>
                  <a:pt x="356803" y="19816"/>
                </a:lnTo>
                <a:lnTo>
                  <a:pt x="313507" y="34673"/>
                </a:lnTo>
                <a:lnTo>
                  <a:pt x="272120" y="53311"/>
                </a:lnTo>
                <a:lnTo>
                  <a:pt x="232848" y="75520"/>
                </a:lnTo>
                <a:lnTo>
                  <a:pt x="195902" y="101093"/>
                </a:lnTo>
                <a:lnTo>
                  <a:pt x="161487" y="129821"/>
                </a:lnTo>
                <a:lnTo>
                  <a:pt x="129812" y="161497"/>
                </a:lnTo>
                <a:lnTo>
                  <a:pt x="101085" y="195912"/>
                </a:lnTo>
                <a:lnTo>
                  <a:pt x="75514" y="232860"/>
                </a:lnTo>
                <a:lnTo>
                  <a:pt x="53306" y="272131"/>
                </a:lnTo>
                <a:lnTo>
                  <a:pt x="34670" y="313517"/>
                </a:lnTo>
                <a:lnTo>
                  <a:pt x="19814" y="356812"/>
                </a:lnTo>
                <a:lnTo>
                  <a:pt x="8944" y="401806"/>
                </a:lnTo>
                <a:lnTo>
                  <a:pt x="2270" y="448292"/>
                </a:lnTo>
                <a:lnTo>
                  <a:pt x="0" y="496062"/>
                </a:lnTo>
                <a:lnTo>
                  <a:pt x="2270" y="543831"/>
                </a:lnTo>
                <a:lnTo>
                  <a:pt x="8944" y="590317"/>
                </a:lnTo>
                <a:lnTo>
                  <a:pt x="19814" y="635311"/>
                </a:lnTo>
                <a:lnTo>
                  <a:pt x="34670" y="678606"/>
                </a:lnTo>
                <a:lnTo>
                  <a:pt x="53306" y="719992"/>
                </a:lnTo>
                <a:lnTo>
                  <a:pt x="75514" y="759263"/>
                </a:lnTo>
                <a:lnTo>
                  <a:pt x="101085" y="796211"/>
                </a:lnTo>
                <a:lnTo>
                  <a:pt x="129812" y="830626"/>
                </a:lnTo>
                <a:lnTo>
                  <a:pt x="161487" y="862302"/>
                </a:lnTo>
                <a:lnTo>
                  <a:pt x="195902" y="891030"/>
                </a:lnTo>
                <a:lnTo>
                  <a:pt x="232848" y="916603"/>
                </a:lnTo>
                <a:lnTo>
                  <a:pt x="272120" y="938812"/>
                </a:lnTo>
                <a:lnTo>
                  <a:pt x="313507" y="957450"/>
                </a:lnTo>
                <a:lnTo>
                  <a:pt x="356803" y="972307"/>
                </a:lnTo>
                <a:lnTo>
                  <a:pt x="401799" y="983178"/>
                </a:lnTo>
                <a:lnTo>
                  <a:pt x="448288" y="989852"/>
                </a:lnTo>
                <a:lnTo>
                  <a:pt x="496061" y="992124"/>
                </a:lnTo>
                <a:lnTo>
                  <a:pt x="543831" y="989852"/>
                </a:lnTo>
                <a:lnTo>
                  <a:pt x="590317" y="983178"/>
                </a:lnTo>
                <a:lnTo>
                  <a:pt x="635311" y="972307"/>
                </a:lnTo>
                <a:lnTo>
                  <a:pt x="678606" y="957450"/>
                </a:lnTo>
                <a:lnTo>
                  <a:pt x="719992" y="938812"/>
                </a:lnTo>
                <a:lnTo>
                  <a:pt x="759263" y="916603"/>
                </a:lnTo>
                <a:lnTo>
                  <a:pt x="796211" y="891030"/>
                </a:lnTo>
                <a:lnTo>
                  <a:pt x="830626" y="862302"/>
                </a:lnTo>
                <a:lnTo>
                  <a:pt x="862302" y="830626"/>
                </a:lnTo>
                <a:lnTo>
                  <a:pt x="891030" y="796211"/>
                </a:lnTo>
                <a:lnTo>
                  <a:pt x="916603" y="759263"/>
                </a:lnTo>
                <a:lnTo>
                  <a:pt x="938812" y="719992"/>
                </a:lnTo>
                <a:lnTo>
                  <a:pt x="957450" y="678606"/>
                </a:lnTo>
                <a:lnTo>
                  <a:pt x="972307" y="635311"/>
                </a:lnTo>
                <a:lnTo>
                  <a:pt x="983178" y="590317"/>
                </a:lnTo>
                <a:lnTo>
                  <a:pt x="989852" y="543831"/>
                </a:lnTo>
                <a:lnTo>
                  <a:pt x="992124" y="496062"/>
                </a:lnTo>
                <a:lnTo>
                  <a:pt x="989852" y="448292"/>
                </a:lnTo>
                <a:lnTo>
                  <a:pt x="983178" y="401806"/>
                </a:lnTo>
                <a:lnTo>
                  <a:pt x="972307" y="356812"/>
                </a:lnTo>
                <a:lnTo>
                  <a:pt x="957450" y="313517"/>
                </a:lnTo>
                <a:lnTo>
                  <a:pt x="938812" y="272131"/>
                </a:lnTo>
                <a:lnTo>
                  <a:pt x="916603" y="232860"/>
                </a:lnTo>
                <a:lnTo>
                  <a:pt x="891030" y="195912"/>
                </a:lnTo>
                <a:lnTo>
                  <a:pt x="862302" y="161497"/>
                </a:lnTo>
                <a:lnTo>
                  <a:pt x="830626" y="129821"/>
                </a:lnTo>
                <a:lnTo>
                  <a:pt x="796211" y="101093"/>
                </a:lnTo>
                <a:lnTo>
                  <a:pt x="759263" y="75520"/>
                </a:lnTo>
                <a:lnTo>
                  <a:pt x="719992" y="53311"/>
                </a:lnTo>
                <a:lnTo>
                  <a:pt x="678606" y="34673"/>
                </a:lnTo>
                <a:lnTo>
                  <a:pt x="635311" y="19816"/>
                </a:lnTo>
                <a:lnTo>
                  <a:pt x="590317" y="8945"/>
                </a:lnTo>
                <a:lnTo>
                  <a:pt x="543831" y="2271"/>
                </a:lnTo>
                <a:lnTo>
                  <a:pt x="496061" y="0"/>
                </a:lnTo>
                <a:close/>
              </a:path>
            </a:pathLst>
          </a:custGeom>
          <a:solidFill>
            <a:srgbClr val="FC611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06830" y="5546597"/>
            <a:ext cx="2476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215" dirty="0">
                <a:solidFill>
                  <a:srgbClr val="FFFDFD"/>
                </a:solidFill>
                <a:latin typeface="Tahoma"/>
                <a:cs typeface="Tahoma"/>
              </a:rPr>
              <a:t>6</a:t>
            </a:r>
            <a:endParaRPr sz="27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78408" y="33162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151940" y="3426333"/>
            <a:ext cx="15811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3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78408" y="19827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4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179372" y="2092833"/>
            <a:ext cx="102870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-375" dirty="0">
                <a:solidFill>
                  <a:srgbClr val="181818"/>
                </a:solidFill>
                <a:latin typeface="Tahoma"/>
                <a:cs typeface="Tahoma"/>
              </a:rPr>
              <a:t>1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78408" y="3983735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145844" y="4094226"/>
            <a:ext cx="1708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60" dirty="0">
                <a:solidFill>
                  <a:srgbClr val="181818"/>
                </a:solidFill>
                <a:latin typeface="Tahoma"/>
                <a:cs typeface="Tahoma"/>
              </a:rPr>
              <a:t>4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78408" y="2648711"/>
            <a:ext cx="508000" cy="542925"/>
          </a:xfrm>
          <a:custGeom>
            <a:avLst/>
            <a:gdLst/>
            <a:ahLst/>
            <a:cxnLst/>
            <a:rect l="l" t="t" r="r" b="b"/>
            <a:pathLst>
              <a:path w="508000" h="542925">
                <a:moveTo>
                  <a:pt x="253745" y="0"/>
                </a:moveTo>
                <a:lnTo>
                  <a:pt x="208133" y="4369"/>
                </a:lnTo>
                <a:lnTo>
                  <a:pt x="165204" y="16966"/>
                </a:lnTo>
                <a:lnTo>
                  <a:pt x="125673" y="37027"/>
                </a:lnTo>
                <a:lnTo>
                  <a:pt x="90258" y="63786"/>
                </a:lnTo>
                <a:lnTo>
                  <a:pt x="59676" y="96478"/>
                </a:lnTo>
                <a:lnTo>
                  <a:pt x="34642" y="134337"/>
                </a:lnTo>
                <a:lnTo>
                  <a:pt x="15874" y="176600"/>
                </a:lnTo>
                <a:lnTo>
                  <a:pt x="4088" y="222499"/>
                </a:lnTo>
                <a:lnTo>
                  <a:pt x="0" y="271272"/>
                </a:lnTo>
                <a:lnTo>
                  <a:pt x="4088" y="320044"/>
                </a:lnTo>
                <a:lnTo>
                  <a:pt x="15874" y="365943"/>
                </a:lnTo>
                <a:lnTo>
                  <a:pt x="34642" y="408206"/>
                </a:lnTo>
                <a:lnTo>
                  <a:pt x="59676" y="446065"/>
                </a:lnTo>
                <a:lnTo>
                  <a:pt x="90258" y="478757"/>
                </a:lnTo>
                <a:lnTo>
                  <a:pt x="125673" y="505516"/>
                </a:lnTo>
                <a:lnTo>
                  <a:pt x="165204" y="525577"/>
                </a:lnTo>
                <a:lnTo>
                  <a:pt x="208133" y="538174"/>
                </a:lnTo>
                <a:lnTo>
                  <a:pt x="253745" y="542544"/>
                </a:lnTo>
                <a:lnTo>
                  <a:pt x="299341" y="538174"/>
                </a:lnTo>
                <a:lnTo>
                  <a:pt x="342262" y="525577"/>
                </a:lnTo>
                <a:lnTo>
                  <a:pt x="381790" y="505516"/>
                </a:lnTo>
                <a:lnTo>
                  <a:pt x="417207" y="478757"/>
                </a:lnTo>
                <a:lnTo>
                  <a:pt x="447794" y="446065"/>
                </a:lnTo>
                <a:lnTo>
                  <a:pt x="472835" y="408206"/>
                </a:lnTo>
                <a:lnTo>
                  <a:pt x="491610" y="365943"/>
                </a:lnTo>
                <a:lnTo>
                  <a:pt x="503401" y="320044"/>
                </a:lnTo>
                <a:lnTo>
                  <a:pt x="507491" y="271272"/>
                </a:lnTo>
                <a:lnTo>
                  <a:pt x="503401" y="222499"/>
                </a:lnTo>
                <a:lnTo>
                  <a:pt x="491610" y="176600"/>
                </a:lnTo>
                <a:lnTo>
                  <a:pt x="472835" y="134337"/>
                </a:lnTo>
                <a:lnTo>
                  <a:pt x="447794" y="96478"/>
                </a:lnTo>
                <a:lnTo>
                  <a:pt x="417207" y="63786"/>
                </a:lnTo>
                <a:lnTo>
                  <a:pt x="381790" y="37027"/>
                </a:lnTo>
                <a:lnTo>
                  <a:pt x="342262" y="16966"/>
                </a:lnTo>
                <a:lnTo>
                  <a:pt x="299341" y="4369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153464" y="2758567"/>
            <a:ext cx="1555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40" dirty="0">
                <a:solidFill>
                  <a:srgbClr val="181818"/>
                </a:solidFill>
                <a:latin typeface="Tahoma"/>
                <a:cs typeface="Tahoma"/>
              </a:rPr>
              <a:t>2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78408" y="6425184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1153464" y="6536563"/>
            <a:ext cx="154940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30" dirty="0">
                <a:solidFill>
                  <a:srgbClr val="181818"/>
                </a:solidFill>
                <a:latin typeface="Tahoma"/>
                <a:cs typeface="Tahoma"/>
              </a:rPr>
              <a:t>7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978408" y="465124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151940" y="4761738"/>
            <a:ext cx="1581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5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978408" y="7092695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1150416" y="7204329"/>
            <a:ext cx="16192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95" dirty="0">
                <a:solidFill>
                  <a:srgbClr val="181818"/>
                </a:solidFill>
                <a:latin typeface="Tahoma"/>
                <a:cs typeface="Tahoma"/>
              </a:rPr>
              <a:t>8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978408" y="776020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1148892" y="7872221"/>
            <a:ext cx="16573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9</a:t>
            </a:r>
            <a:endParaRPr sz="1700">
              <a:latin typeface="Tahoma"/>
              <a:cs typeface="Tahoma"/>
            </a:endParaRPr>
          </a:p>
        </p:txBody>
      </p:sp>
      <p:pic>
        <p:nvPicPr>
          <p:cNvPr id="20" name="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12895" y="909827"/>
            <a:ext cx="946403" cy="237744"/>
          </a:xfrm>
          <a:prstGeom prst="rect">
            <a:avLst/>
          </a:prstGeom>
        </p:spPr>
      </p:pic>
      <p:sp>
        <p:nvSpPr>
          <p:cNvPr id="21" name="object 2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59504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WORKFLOW</a:t>
            </a:r>
          </a:p>
        </p:txBody>
      </p:sp>
      <p:pic>
        <p:nvPicPr>
          <p:cNvPr id="2050" name="Picture 2" descr="Flowchart of ticket lifecycle">
            <a:extLst>
              <a:ext uri="{FF2B5EF4-FFF2-40B4-BE49-F238E27FC236}">
                <a16:creationId xmlns:a16="http://schemas.microsoft.com/office/drawing/2014/main" id="{7E55B3A5-D18E-F3A1-2A74-69DFF0E84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0813" y="1264157"/>
            <a:ext cx="11736387" cy="8527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36091" y="5977128"/>
            <a:ext cx="992505" cy="992505"/>
          </a:xfrm>
          <a:custGeom>
            <a:avLst/>
            <a:gdLst/>
            <a:ahLst/>
            <a:cxnLst/>
            <a:rect l="l" t="t" r="r" b="b"/>
            <a:pathLst>
              <a:path w="992505" h="992504">
                <a:moveTo>
                  <a:pt x="496061" y="0"/>
                </a:moveTo>
                <a:lnTo>
                  <a:pt x="448288" y="2271"/>
                </a:lnTo>
                <a:lnTo>
                  <a:pt x="401799" y="8945"/>
                </a:lnTo>
                <a:lnTo>
                  <a:pt x="356803" y="19816"/>
                </a:lnTo>
                <a:lnTo>
                  <a:pt x="313507" y="34673"/>
                </a:lnTo>
                <a:lnTo>
                  <a:pt x="272120" y="53311"/>
                </a:lnTo>
                <a:lnTo>
                  <a:pt x="232848" y="75520"/>
                </a:lnTo>
                <a:lnTo>
                  <a:pt x="195902" y="101093"/>
                </a:lnTo>
                <a:lnTo>
                  <a:pt x="161487" y="129821"/>
                </a:lnTo>
                <a:lnTo>
                  <a:pt x="129812" y="161497"/>
                </a:lnTo>
                <a:lnTo>
                  <a:pt x="101085" y="195912"/>
                </a:lnTo>
                <a:lnTo>
                  <a:pt x="75514" y="232860"/>
                </a:lnTo>
                <a:lnTo>
                  <a:pt x="53306" y="272131"/>
                </a:lnTo>
                <a:lnTo>
                  <a:pt x="34670" y="313517"/>
                </a:lnTo>
                <a:lnTo>
                  <a:pt x="19814" y="356812"/>
                </a:lnTo>
                <a:lnTo>
                  <a:pt x="8944" y="401806"/>
                </a:lnTo>
                <a:lnTo>
                  <a:pt x="2270" y="448292"/>
                </a:lnTo>
                <a:lnTo>
                  <a:pt x="0" y="496062"/>
                </a:lnTo>
                <a:lnTo>
                  <a:pt x="2270" y="543831"/>
                </a:lnTo>
                <a:lnTo>
                  <a:pt x="8944" y="590317"/>
                </a:lnTo>
                <a:lnTo>
                  <a:pt x="19814" y="635311"/>
                </a:lnTo>
                <a:lnTo>
                  <a:pt x="34670" y="678606"/>
                </a:lnTo>
                <a:lnTo>
                  <a:pt x="53306" y="719992"/>
                </a:lnTo>
                <a:lnTo>
                  <a:pt x="75514" y="759263"/>
                </a:lnTo>
                <a:lnTo>
                  <a:pt x="101085" y="796211"/>
                </a:lnTo>
                <a:lnTo>
                  <a:pt x="129812" y="830626"/>
                </a:lnTo>
                <a:lnTo>
                  <a:pt x="161487" y="862302"/>
                </a:lnTo>
                <a:lnTo>
                  <a:pt x="195902" y="891030"/>
                </a:lnTo>
                <a:lnTo>
                  <a:pt x="232848" y="916603"/>
                </a:lnTo>
                <a:lnTo>
                  <a:pt x="272120" y="938812"/>
                </a:lnTo>
                <a:lnTo>
                  <a:pt x="313507" y="957450"/>
                </a:lnTo>
                <a:lnTo>
                  <a:pt x="356803" y="972307"/>
                </a:lnTo>
                <a:lnTo>
                  <a:pt x="401799" y="983178"/>
                </a:lnTo>
                <a:lnTo>
                  <a:pt x="448288" y="989852"/>
                </a:lnTo>
                <a:lnTo>
                  <a:pt x="496061" y="992124"/>
                </a:lnTo>
                <a:lnTo>
                  <a:pt x="543831" y="989852"/>
                </a:lnTo>
                <a:lnTo>
                  <a:pt x="590317" y="983178"/>
                </a:lnTo>
                <a:lnTo>
                  <a:pt x="635311" y="972307"/>
                </a:lnTo>
                <a:lnTo>
                  <a:pt x="678606" y="957450"/>
                </a:lnTo>
                <a:lnTo>
                  <a:pt x="719992" y="938812"/>
                </a:lnTo>
                <a:lnTo>
                  <a:pt x="759263" y="916603"/>
                </a:lnTo>
                <a:lnTo>
                  <a:pt x="796211" y="891030"/>
                </a:lnTo>
                <a:lnTo>
                  <a:pt x="830626" y="862302"/>
                </a:lnTo>
                <a:lnTo>
                  <a:pt x="862302" y="830626"/>
                </a:lnTo>
                <a:lnTo>
                  <a:pt x="891030" y="796211"/>
                </a:lnTo>
                <a:lnTo>
                  <a:pt x="916603" y="759263"/>
                </a:lnTo>
                <a:lnTo>
                  <a:pt x="938812" y="719992"/>
                </a:lnTo>
                <a:lnTo>
                  <a:pt x="957450" y="678606"/>
                </a:lnTo>
                <a:lnTo>
                  <a:pt x="972307" y="635311"/>
                </a:lnTo>
                <a:lnTo>
                  <a:pt x="983178" y="590317"/>
                </a:lnTo>
                <a:lnTo>
                  <a:pt x="989852" y="543831"/>
                </a:lnTo>
                <a:lnTo>
                  <a:pt x="992124" y="496062"/>
                </a:lnTo>
                <a:lnTo>
                  <a:pt x="989852" y="448292"/>
                </a:lnTo>
                <a:lnTo>
                  <a:pt x="983178" y="401806"/>
                </a:lnTo>
                <a:lnTo>
                  <a:pt x="972307" y="356812"/>
                </a:lnTo>
                <a:lnTo>
                  <a:pt x="957450" y="313517"/>
                </a:lnTo>
                <a:lnTo>
                  <a:pt x="938812" y="272131"/>
                </a:lnTo>
                <a:lnTo>
                  <a:pt x="916603" y="232860"/>
                </a:lnTo>
                <a:lnTo>
                  <a:pt x="891030" y="195912"/>
                </a:lnTo>
                <a:lnTo>
                  <a:pt x="862302" y="161497"/>
                </a:lnTo>
                <a:lnTo>
                  <a:pt x="830626" y="129821"/>
                </a:lnTo>
                <a:lnTo>
                  <a:pt x="796211" y="101093"/>
                </a:lnTo>
                <a:lnTo>
                  <a:pt x="759263" y="75520"/>
                </a:lnTo>
                <a:lnTo>
                  <a:pt x="719992" y="53311"/>
                </a:lnTo>
                <a:lnTo>
                  <a:pt x="678606" y="34673"/>
                </a:lnTo>
                <a:lnTo>
                  <a:pt x="635311" y="19816"/>
                </a:lnTo>
                <a:lnTo>
                  <a:pt x="590317" y="8945"/>
                </a:lnTo>
                <a:lnTo>
                  <a:pt x="543831" y="2271"/>
                </a:lnTo>
                <a:lnTo>
                  <a:pt x="496061" y="0"/>
                </a:lnTo>
                <a:close/>
              </a:path>
            </a:pathLst>
          </a:custGeom>
          <a:solidFill>
            <a:srgbClr val="FC611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15974" y="6204661"/>
            <a:ext cx="230504" cy="437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80" dirty="0">
                <a:solidFill>
                  <a:srgbClr val="FFFDFD"/>
                </a:solidFill>
                <a:latin typeface="Tahoma"/>
                <a:cs typeface="Tahoma"/>
              </a:rPr>
              <a:t>7</a:t>
            </a:r>
            <a:endParaRPr sz="27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78408" y="33162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151940" y="3426333"/>
            <a:ext cx="15811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3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78408" y="19827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4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179372" y="2092833"/>
            <a:ext cx="102870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-375" dirty="0">
                <a:solidFill>
                  <a:srgbClr val="181818"/>
                </a:solidFill>
                <a:latin typeface="Tahoma"/>
                <a:cs typeface="Tahoma"/>
              </a:rPr>
              <a:t>1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78408" y="3983735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145844" y="4094226"/>
            <a:ext cx="1708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60" dirty="0">
                <a:solidFill>
                  <a:srgbClr val="181818"/>
                </a:solidFill>
                <a:latin typeface="Tahoma"/>
                <a:cs typeface="Tahoma"/>
              </a:rPr>
              <a:t>4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78408" y="2648711"/>
            <a:ext cx="508000" cy="542925"/>
          </a:xfrm>
          <a:custGeom>
            <a:avLst/>
            <a:gdLst/>
            <a:ahLst/>
            <a:cxnLst/>
            <a:rect l="l" t="t" r="r" b="b"/>
            <a:pathLst>
              <a:path w="508000" h="542925">
                <a:moveTo>
                  <a:pt x="253745" y="0"/>
                </a:moveTo>
                <a:lnTo>
                  <a:pt x="208133" y="4369"/>
                </a:lnTo>
                <a:lnTo>
                  <a:pt x="165204" y="16966"/>
                </a:lnTo>
                <a:lnTo>
                  <a:pt x="125673" y="37027"/>
                </a:lnTo>
                <a:lnTo>
                  <a:pt x="90258" y="63786"/>
                </a:lnTo>
                <a:lnTo>
                  <a:pt x="59676" y="96478"/>
                </a:lnTo>
                <a:lnTo>
                  <a:pt x="34642" y="134337"/>
                </a:lnTo>
                <a:lnTo>
                  <a:pt x="15874" y="176600"/>
                </a:lnTo>
                <a:lnTo>
                  <a:pt x="4088" y="222499"/>
                </a:lnTo>
                <a:lnTo>
                  <a:pt x="0" y="271272"/>
                </a:lnTo>
                <a:lnTo>
                  <a:pt x="4088" y="320044"/>
                </a:lnTo>
                <a:lnTo>
                  <a:pt x="15874" y="365943"/>
                </a:lnTo>
                <a:lnTo>
                  <a:pt x="34642" y="408206"/>
                </a:lnTo>
                <a:lnTo>
                  <a:pt x="59676" y="446065"/>
                </a:lnTo>
                <a:lnTo>
                  <a:pt x="90258" y="478757"/>
                </a:lnTo>
                <a:lnTo>
                  <a:pt x="125673" y="505516"/>
                </a:lnTo>
                <a:lnTo>
                  <a:pt x="165204" y="525577"/>
                </a:lnTo>
                <a:lnTo>
                  <a:pt x="208133" y="538174"/>
                </a:lnTo>
                <a:lnTo>
                  <a:pt x="253745" y="542544"/>
                </a:lnTo>
                <a:lnTo>
                  <a:pt x="299341" y="538174"/>
                </a:lnTo>
                <a:lnTo>
                  <a:pt x="342262" y="525577"/>
                </a:lnTo>
                <a:lnTo>
                  <a:pt x="381790" y="505516"/>
                </a:lnTo>
                <a:lnTo>
                  <a:pt x="417207" y="478757"/>
                </a:lnTo>
                <a:lnTo>
                  <a:pt x="447794" y="446065"/>
                </a:lnTo>
                <a:lnTo>
                  <a:pt x="472835" y="408206"/>
                </a:lnTo>
                <a:lnTo>
                  <a:pt x="491610" y="365943"/>
                </a:lnTo>
                <a:lnTo>
                  <a:pt x="503401" y="320044"/>
                </a:lnTo>
                <a:lnTo>
                  <a:pt x="507491" y="271272"/>
                </a:lnTo>
                <a:lnTo>
                  <a:pt x="503401" y="222499"/>
                </a:lnTo>
                <a:lnTo>
                  <a:pt x="491610" y="176600"/>
                </a:lnTo>
                <a:lnTo>
                  <a:pt x="472835" y="134337"/>
                </a:lnTo>
                <a:lnTo>
                  <a:pt x="447794" y="96478"/>
                </a:lnTo>
                <a:lnTo>
                  <a:pt x="417207" y="63786"/>
                </a:lnTo>
                <a:lnTo>
                  <a:pt x="381790" y="37027"/>
                </a:lnTo>
                <a:lnTo>
                  <a:pt x="342262" y="16966"/>
                </a:lnTo>
                <a:lnTo>
                  <a:pt x="299341" y="4369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153464" y="2758567"/>
            <a:ext cx="1555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40" dirty="0">
                <a:solidFill>
                  <a:srgbClr val="181818"/>
                </a:solidFill>
                <a:latin typeface="Tahoma"/>
                <a:cs typeface="Tahoma"/>
              </a:rPr>
              <a:t>2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78408" y="5318759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1148892" y="5429503"/>
            <a:ext cx="16573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6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978408" y="465124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151940" y="4761738"/>
            <a:ext cx="1581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5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978408" y="7092695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1150416" y="7204329"/>
            <a:ext cx="16192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95" dirty="0">
                <a:solidFill>
                  <a:srgbClr val="181818"/>
                </a:solidFill>
                <a:latin typeface="Tahoma"/>
                <a:cs typeface="Tahoma"/>
              </a:rPr>
              <a:t>8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978408" y="776020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1148892" y="7872221"/>
            <a:ext cx="16573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9</a:t>
            </a:r>
            <a:endParaRPr sz="1700">
              <a:latin typeface="Tahoma"/>
              <a:cs typeface="Tahoma"/>
            </a:endParaRPr>
          </a:p>
        </p:txBody>
      </p:sp>
      <p:pic>
        <p:nvPicPr>
          <p:cNvPr id="20" name="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12895" y="909827"/>
            <a:ext cx="946403" cy="237744"/>
          </a:xfrm>
          <a:prstGeom prst="rect">
            <a:avLst/>
          </a:prstGeom>
        </p:spPr>
      </p:pic>
      <p:sp>
        <p:nvSpPr>
          <p:cNvPr id="21" name="object 2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72335">
              <a:lnSpc>
                <a:spcPct val="100000"/>
              </a:lnSpc>
              <a:spcBef>
                <a:spcPts val="100"/>
              </a:spcBef>
            </a:pPr>
            <a:r>
              <a:rPr dirty="0"/>
              <a:t>TECHNOLOGIES</a:t>
            </a:r>
            <a:r>
              <a:rPr spc="-15" dirty="0"/>
              <a:t> </a:t>
            </a:r>
            <a:r>
              <a:rPr spc="-20" dirty="0"/>
              <a:t>USED</a:t>
            </a:r>
          </a:p>
        </p:txBody>
      </p:sp>
      <p:sp>
        <p:nvSpPr>
          <p:cNvPr id="22" name="object 22"/>
          <p:cNvSpPr txBox="1">
            <a:spLocks noGrp="1"/>
          </p:cNvSpPr>
          <p:nvPr>
            <p:ph type="body" idx="1"/>
          </p:nvPr>
        </p:nvSpPr>
        <p:spPr>
          <a:xfrm>
            <a:off x="2288794" y="1645666"/>
            <a:ext cx="15020798" cy="542969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4010" indent="-325755" algn="just">
              <a:lnSpc>
                <a:spcPct val="100000"/>
              </a:lnSpc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Frontend:</a:t>
            </a: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HTML,</a:t>
            </a:r>
            <a:r>
              <a:rPr b="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CSS,</a:t>
            </a:r>
            <a:r>
              <a:rPr b="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b="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(for</a:t>
            </a:r>
            <a:r>
              <a:rPr b="0"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  <a:r>
              <a:rPr b="0"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</a:t>
            </a:r>
            <a:r>
              <a:rPr b="0" spc="-1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b="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</a:t>
            </a:r>
            <a:r>
              <a:rPr b="0"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design).</a:t>
            </a:r>
          </a:p>
          <a:p>
            <a:pPr marL="12700" marR="5080" indent="-5080" algn="just">
              <a:lnSpc>
                <a:spcPct val="100000"/>
              </a:lnSpc>
              <a:buSzPct val="96875"/>
              <a:buFont typeface="Wingdings"/>
              <a:buChar char=""/>
              <a:tabLst>
                <a:tab pos="333375" algn="l"/>
              </a:tabLst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	Backend: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b="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b="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b="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</a:t>
            </a:r>
            <a:r>
              <a:rPr b="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</a:t>
            </a:r>
            <a:r>
              <a:rPr b="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to-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b="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ticketing</a:t>
            </a:r>
            <a:r>
              <a:rPr b="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platform</a:t>
            </a:r>
            <a:r>
              <a:rPr b="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handles</a:t>
            </a:r>
            <a:r>
              <a:rPr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</a:t>
            </a:r>
            <a:r>
              <a:rPr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logic,</a:t>
            </a:r>
            <a:r>
              <a:rPr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ticket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processing,</a:t>
            </a:r>
            <a:r>
              <a:rPr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  <a:r>
              <a:rPr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management,</a:t>
            </a:r>
            <a:r>
              <a:rPr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integrations</a:t>
            </a:r>
            <a:r>
              <a:rPr lang="en-US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processing.</a:t>
            </a:r>
          </a:p>
          <a:p>
            <a:pPr marL="334010" indent="-325755" algn="just">
              <a:lnSpc>
                <a:spcPct val="100000"/>
              </a:lnSpc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</a:t>
            </a:r>
          </a:p>
          <a:p>
            <a:pPr marL="12700" marR="46355" algn="just">
              <a:lnSpc>
                <a:spcPct val="10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tickets,</a:t>
            </a:r>
            <a:r>
              <a:rPr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users,</a:t>
            </a:r>
            <a:r>
              <a:rPr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workflows,</a:t>
            </a:r>
            <a:r>
              <a:rPr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communications,</a:t>
            </a:r>
            <a:r>
              <a:rPr spc="-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analytics</a:t>
            </a:r>
            <a:r>
              <a:rPr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spc="-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</a:t>
            </a:r>
            <a:r>
              <a:rPr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reporting</a:t>
            </a:r>
            <a:r>
              <a:rPr b="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Tools:</a:t>
            </a: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b="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</a:t>
            </a:r>
            <a:endParaRPr b="0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34010" indent="-325755" algn="just">
              <a:lnSpc>
                <a:spcPct val="100000"/>
              </a:lnSpc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Hardware/Software</a:t>
            </a:r>
            <a:r>
              <a:rPr spc="-1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Requirements:</a:t>
            </a:r>
          </a:p>
          <a:p>
            <a:pPr marL="12700" marR="2292350" algn="just">
              <a:lnSpc>
                <a:spcPct val="100000"/>
              </a:lnSpc>
            </a:pP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Minimum</a:t>
            </a:r>
            <a:r>
              <a:rPr b="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4GB</a:t>
            </a:r>
            <a:r>
              <a:rPr b="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RAM,</a:t>
            </a:r>
            <a:r>
              <a:rPr b="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Dual-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</a:t>
            </a:r>
            <a:r>
              <a:rPr b="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Processor,</a:t>
            </a:r>
            <a:r>
              <a:rPr b="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Windows/Linux</a:t>
            </a:r>
            <a:r>
              <a:rPr b="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OS,</a:t>
            </a:r>
            <a:r>
              <a:rPr b="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</a:t>
            </a:r>
            <a:r>
              <a:rPr b="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Browser </a:t>
            </a:r>
            <a:r>
              <a:rPr b="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(Chrome/Edge/Firefox),</a:t>
            </a:r>
            <a:r>
              <a:rPr b="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Stable</a:t>
            </a:r>
            <a:r>
              <a:rPr b="0"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b="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36091" y="6653783"/>
            <a:ext cx="992505" cy="992505"/>
          </a:xfrm>
          <a:custGeom>
            <a:avLst/>
            <a:gdLst/>
            <a:ahLst/>
            <a:cxnLst/>
            <a:rect l="l" t="t" r="r" b="b"/>
            <a:pathLst>
              <a:path w="992505" h="992504">
                <a:moveTo>
                  <a:pt x="496061" y="0"/>
                </a:moveTo>
                <a:lnTo>
                  <a:pt x="448288" y="2271"/>
                </a:lnTo>
                <a:lnTo>
                  <a:pt x="401799" y="8945"/>
                </a:lnTo>
                <a:lnTo>
                  <a:pt x="356803" y="19816"/>
                </a:lnTo>
                <a:lnTo>
                  <a:pt x="313507" y="34673"/>
                </a:lnTo>
                <a:lnTo>
                  <a:pt x="272120" y="53311"/>
                </a:lnTo>
                <a:lnTo>
                  <a:pt x="232848" y="75520"/>
                </a:lnTo>
                <a:lnTo>
                  <a:pt x="195902" y="101093"/>
                </a:lnTo>
                <a:lnTo>
                  <a:pt x="161487" y="129821"/>
                </a:lnTo>
                <a:lnTo>
                  <a:pt x="129812" y="161497"/>
                </a:lnTo>
                <a:lnTo>
                  <a:pt x="101085" y="195912"/>
                </a:lnTo>
                <a:lnTo>
                  <a:pt x="75514" y="232860"/>
                </a:lnTo>
                <a:lnTo>
                  <a:pt x="53306" y="272131"/>
                </a:lnTo>
                <a:lnTo>
                  <a:pt x="34670" y="313517"/>
                </a:lnTo>
                <a:lnTo>
                  <a:pt x="19814" y="356812"/>
                </a:lnTo>
                <a:lnTo>
                  <a:pt x="8944" y="401806"/>
                </a:lnTo>
                <a:lnTo>
                  <a:pt x="2270" y="448292"/>
                </a:lnTo>
                <a:lnTo>
                  <a:pt x="0" y="496061"/>
                </a:lnTo>
                <a:lnTo>
                  <a:pt x="2270" y="543831"/>
                </a:lnTo>
                <a:lnTo>
                  <a:pt x="8944" y="590317"/>
                </a:lnTo>
                <a:lnTo>
                  <a:pt x="19814" y="635311"/>
                </a:lnTo>
                <a:lnTo>
                  <a:pt x="34670" y="678606"/>
                </a:lnTo>
                <a:lnTo>
                  <a:pt x="53306" y="719992"/>
                </a:lnTo>
                <a:lnTo>
                  <a:pt x="75514" y="759263"/>
                </a:lnTo>
                <a:lnTo>
                  <a:pt x="101085" y="796211"/>
                </a:lnTo>
                <a:lnTo>
                  <a:pt x="129812" y="830626"/>
                </a:lnTo>
                <a:lnTo>
                  <a:pt x="161487" y="862302"/>
                </a:lnTo>
                <a:lnTo>
                  <a:pt x="195902" y="891030"/>
                </a:lnTo>
                <a:lnTo>
                  <a:pt x="232848" y="916603"/>
                </a:lnTo>
                <a:lnTo>
                  <a:pt x="272120" y="938812"/>
                </a:lnTo>
                <a:lnTo>
                  <a:pt x="313507" y="957450"/>
                </a:lnTo>
                <a:lnTo>
                  <a:pt x="356803" y="972307"/>
                </a:lnTo>
                <a:lnTo>
                  <a:pt x="401799" y="983178"/>
                </a:lnTo>
                <a:lnTo>
                  <a:pt x="448288" y="989852"/>
                </a:lnTo>
                <a:lnTo>
                  <a:pt x="496061" y="992123"/>
                </a:lnTo>
                <a:lnTo>
                  <a:pt x="543831" y="989852"/>
                </a:lnTo>
                <a:lnTo>
                  <a:pt x="590317" y="983178"/>
                </a:lnTo>
                <a:lnTo>
                  <a:pt x="635311" y="972307"/>
                </a:lnTo>
                <a:lnTo>
                  <a:pt x="678606" y="957450"/>
                </a:lnTo>
                <a:lnTo>
                  <a:pt x="719992" y="938812"/>
                </a:lnTo>
                <a:lnTo>
                  <a:pt x="759263" y="916603"/>
                </a:lnTo>
                <a:lnTo>
                  <a:pt x="796211" y="891030"/>
                </a:lnTo>
                <a:lnTo>
                  <a:pt x="830626" y="862302"/>
                </a:lnTo>
                <a:lnTo>
                  <a:pt x="862302" y="830626"/>
                </a:lnTo>
                <a:lnTo>
                  <a:pt x="891030" y="796211"/>
                </a:lnTo>
                <a:lnTo>
                  <a:pt x="916603" y="759263"/>
                </a:lnTo>
                <a:lnTo>
                  <a:pt x="938812" y="719992"/>
                </a:lnTo>
                <a:lnTo>
                  <a:pt x="957450" y="678606"/>
                </a:lnTo>
                <a:lnTo>
                  <a:pt x="972307" y="635311"/>
                </a:lnTo>
                <a:lnTo>
                  <a:pt x="983178" y="590317"/>
                </a:lnTo>
                <a:lnTo>
                  <a:pt x="989852" y="543831"/>
                </a:lnTo>
                <a:lnTo>
                  <a:pt x="992124" y="496061"/>
                </a:lnTo>
                <a:lnTo>
                  <a:pt x="989852" y="448292"/>
                </a:lnTo>
                <a:lnTo>
                  <a:pt x="983178" y="401806"/>
                </a:lnTo>
                <a:lnTo>
                  <a:pt x="972307" y="356812"/>
                </a:lnTo>
                <a:lnTo>
                  <a:pt x="957450" y="313517"/>
                </a:lnTo>
                <a:lnTo>
                  <a:pt x="938812" y="272131"/>
                </a:lnTo>
                <a:lnTo>
                  <a:pt x="916603" y="232860"/>
                </a:lnTo>
                <a:lnTo>
                  <a:pt x="891030" y="195912"/>
                </a:lnTo>
                <a:lnTo>
                  <a:pt x="862302" y="161497"/>
                </a:lnTo>
                <a:lnTo>
                  <a:pt x="830626" y="129821"/>
                </a:lnTo>
                <a:lnTo>
                  <a:pt x="796211" y="101093"/>
                </a:lnTo>
                <a:lnTo>
                  <a:pt x="759263" y="75520"/>
                </a:lnTo>
                <a:lnTo>
                  <a:pt x="719992" y="53311"/>
                </a:lnTo>
                <a:lnTo>
                  <a:pt x="678606" y="34673"/>
                </a:lnTo>
                <a:lnTo>
                  <a:pt x="635311" y="19816"/>
                </a:lnTo>
                <a:lnTo>
                  <a:pt x="590317" y="8945"/>
                </a:lnTo>
                <a:lnTo>
                  <a:pt x="543831" y="2271"/>
                </a:lnTo>
                <a:lnTo>
                  <a:pt x="496061" y="0"/>
                </a:lnTo>
                <a:close/>
              </a:path>
            </a:pathLst>
          </a:custGeom>
          <a:solidFill>
            <a:srgbClr val="FC611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09878" y="6882130"/>
            <a:ext cx="2419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170" dirty="0">
                <a:solidFill>
                  <a:srgbClr val="FFFDFD"/>
                </a:solidFill>
                <a:latin typeface="Tahoma"/>
                <a:cs typeface="Tahoma"/>
              </a:rPr>
              <a:t>8</a:t>
            </a:r>
            <a:endParaRPr sz="27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78408" y="33162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151940" y="3426333"/>
            <a:ext cx="15811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3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78408" y="19827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4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179372" y="2092833"/>
            <a:ext cx="102870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-375" dirty="0">
                <a:solidFill>
                  <a:srgbClr val="181818"/>
                </a:solidFill>
                <a:latin typeface="Tahoma"/>
                <a:cs typeface="Tahoma"/>
              </a:rPr>
              <a:t>1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78408" y="3983735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145844" y="4094226"/>
            <a:ext cx="1708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60" dirty="0">
                <a:solidFill>
                  <a:srgbClr val="181818"/>
                </a:solidFill>
                <a:latin typeface="Tahoma"/>
                <a:cs typeface="Tahoma"/>
              </a:rPr>
              <a:t>4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78408" y="2648711"/>
            <a:ext cx="508000" cy="542925"/>
          </a:xfrm>
          <a:custGeom>
            <a:avLst/>
            <a:gdLst/>
            <a:ahLst/>
            <a:cxnLst/>
            <a:rect l="l" t="t" r="r" b="b"/>
            <a:pathLst>
              <a:path w="508000" h="542925">
                <a:moveTo>
                  <a:pt x="253745" y="0"/>
                </a:moveTo>
                <a:lnTo>
                  <a:pt x="208133" y="4369"/>
                </a:lnTo>
                <a:lnTo>
                  <a:pt x="165204" y="16966"/>
                </a:lnTo>
                <a:lnTo>
                  <a:pt x="125673" y="37027"/>
                </a:lnTo>
                <a:lnTo>
                  <a:pt x="90258" y="63786"/>
                </a:lnTo>
                <a:lnTo>
                  <a:pt x="59676" y="96478"/>
                </a:lnTo>
                <a:lnTo>
                  <a:pt x="34642" y="134337"/>
                </a:lnTo>
                <a:lnTo>
                  <a:pt x="15874" y="176600"/>
                </a:lnTo>
                <a:lnTo>
                  <a:pt x="4088" y="222499"/>
                </a:lnTo>
                <a:lnTo>
                  <a:pt x="0" y="271272"/>
                </a:lnTo>
                <a:lnTo>
                  <a:pt x="4088" y="320044"/>
                </a:lnTo>
                <a:lnTo>
                  <a:pt x="15874" y="365943"/>
                </a:lnTo>
                <a:lnTo>
                  <a:pt x="34642" y="408206"/>
                </a:lnTo>
                <a:lnTo>
                  <a:pt x="59676" y="446065"/>
                </a:lnTo>
                <a:lnTo>
                  <a:pt x="90258" y="478757"/>
                </a:lnTo>
                <a:lnTo>
                  <a:pt x="125673" y="505516"/>
                </a:lnTo>
                <a:lnTo>
                  <a:pt x="165204" y="525577"/>
                </a:lnTo>
                <a:lnTo>
                  <a:pt x="208133" y="538174"/>
                </a:lnTo>
                <a:lnTo>
                  <a:pt x="253745" y="542544"/>
                </a:lnTo>
                <a:lnTo>
                  <a:pt x="299341" y="538174"/>
                </a:lnTo>
                <a:lnTo>
                  <a:pt x="342262" y="525577"/>
                </a:lnTo>
                <a:lnTo>
                  <a:pt x="381790" y="505516"/>
                </a:lnTo>
                <a:lnTo>
                  <a:pt x="417207" y="478757"/>
                </a:lnTo>
                <a:lnTo>
                  <a:pt x="447794" y="446065"/>
                </a:lnTo>
                <a:lnTo>
                  <a:pt x="472835" y="408206"/>
                </a:lnTo>
                <a:lnTo>
                  <a:pt x="491610" y="365943"/>
                </a:lnTo>
                <a:lnTo>
                  <a:pt x="503401" y="320044"/>
                </a:lnTo>
                <a:lnTo>
                  <a:pt x="507491" y="271272"/>
                </a:lnTo>
                <a:lnTo>
                  <a:pt x="503401" y="222499"/>
                </a:lnTo>
                <a:lnTo>
                  <a:pt x="491610" y="176600"/>
                </a:lnTo>
                <a:lnTo>
                  <a:pt x="472835" y="134337"/>
                </a:lnTo>
                <a:lnTo>
                  <a:pt x="447794" y="96478"/>
                </a:lnTo>
                <a:lnTo>
                  <a:pt x="417207" y="63786"/>
                </a:lnTo>
                <a:lnTo>
                  <a:pt x="381790" y="37027"/>
                </a:lnTo>
                <a:lnTo>
                  <a:pt x="342262" y="16966"/>
                </a:lnTo>
                <a:lnTo>
                  <a:pt x="299341" y="4369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153464" y="2758567"/>
            <a:ext cx="1555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40" dirty="0">
                <a:solidFill>
                  <a:srgbClr val="181818"/>
                </a:solidFill>
                <a:latin typeface="Tahoma"/>
                <a:cs typeface="Tahoma"/>
              </a:rPr>
              <a:t>2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78408" y="5318759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1148892" y="5429503"/>
            <a:ext cx="16573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6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978408" y="465124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151940" y="4761738"/>
            <a:ext cx="1581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5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978408" y="5986271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1153464" y="6097270"/>
            <a:ext cx="154940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30" dirty="0">
                <a:solidFill>
                  <a:srgbClr val="181818"/>
                </a:solidFill>
                <a:latin typeface="Tahoma"/>
                <a:cs typeface="Tahoma"/>
              </a:rPr>
              <a:t>7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978408" y="776020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1148892" y="7872221"/>
            <a:ext cx="16573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9</a:t>
            </a:r>
            <a:endParaRPr sz="1700">
              <a:latin typeface="Tahoma"/>
              <a:cs typeface="Tahoma"/>
            </a:endParaRPr>
          </a:p>
        </p:txBody>
      </p:sp>
      <p:pic>
        <p:nvPicPr>
          <p:cNvPr id="20" name="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12895" y="1028700"/>
            <a:ext cx="946403" cy="236220"/>
          </a:xfrm>
          <a:prstGeom prst="rect">
            <a:avLst/>
          </a:prstGeom>
        </p:spPr>
      </p:pic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86280">
              <a:lnSpc>
                <a:spcPct val="100000"/>
              </a:lnSpc>
              <a:spcBef>
                <a:spcPts val="100"/>
              </a:spcBef>
            </a:pPr>
            <a:r>
              <a:rPr dirty="0"/>
              <a:t>MODULE</a:t>
            </a:r>
            <a:r>
              <a:rPr spc="-25" dirty="0"/>
              <a:t> </a:t>
            </a:r>
            <a:r>
              <a:rPr spc="-10" dirty="0"/>
              <a:t>DESCRIPTION</a:t>
            </a:r>
          </a:p>
        </p:txBody>
      </p:sp>
      <p:sp>
        <p:nvSpPr>
          <p:cNvPr id="23" name="object 23"/>
          <p:cNvSpPr txBox="1"/>
          <p:nvPr/>
        </p:nvSpPr>
        <p:spPr>
          <a:xfrm>
            <a:off x="2288794" y="1645666"/>
            <a:ext cx="14246606" cy="85741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4010" indent="-325755" algn="just"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📘 Module 1: User Management Module</a:t>
            </a:r>
          </a:p>
          <a:p>
            <a:pPr marL="334010" indent="-325755" algn="just">
              <a:lnSpc>
                <a:spcPct val="100000"/>
              </a:lnSpc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User Management Module is responsible for handling user registration, authentication, and role-based access control (Admin/User). It ensures that only authorized users can perform specific actions within the system.</a:t>
            </a:r>
          </a:p>
          <a:p>
            <a:pPr marL="334010" indent="-325755" algn="just"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🎟️ Module 2: Ticket Management &amp; Workflow Module – Evaluation</a:t>
            </a:r>
          </a:p>
          <a:p>
            <a:pPr marL="334010" indent="-325755" algn="just"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Ticket Management &amp; Workflow Module is responsible for handling the complete ticket booking lifecycle. It manages ticket availability, validates booking requests, processes workflow steps, and updates the system dynamically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34010" indent="-325755" algn="just"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📚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3: Resolution &amp; Knowledge Module – Evaluation</a:t>
            </a:r>
          </a:p>
          <a:p>
            <a:pPr marL="334010" indent="-325755" algn="just"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Resolution &amp; Knowledge Module ensures that booking issues are handled efficiently and helps reduce repeated errors by providing proper feedback, validation, and user guidance. It improves system reliability and user experience.</a:t>
            </a:r>
          </a:p>
          <a:p>
            <a:pPr marL="334010" indent="-325755" algn="just"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Module 4: Reporting &amp; Analytics Module – Evaluation</a:t>
            </a:r>
          </a:p>
          <a:p>
            <a:pPr marL="334010" indent="-325755" algn="just"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Reporting &amp; Analytics Module is responsible for measuring system performance and generating insights related to events, ticket sales, and revenue. It helps administrators monitor booking trends and evaluate event success.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34010" indent="-325755"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endParaRPr lang="en-US" sz="2800" b="1" dirty="0"/>
          </a:p>
          <a:p>
            <a:pPr marL="8255">
              <a:spcBef>
                <a:spcPts val="100"/>
              </a:spcBef>
              <a:buSzPct val="96875"/>
              <a:tabLst>
                <a:tab pos="334010" algn="l"/>
              </a:tabLst>
            </a:pPr>
            <a:endParaRPr lang="en-US" sz="3200" b="1" dirty="0"/>
          </a:p>
          <a:p>
            <a:pPr marL="334010" indent="-325755">
              <a:lnSpc>
                <a:spcPct val="100000"/>
              </a:lnSpc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endParaRPr sz="2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36091" y="6653783"/>
            <a:ext cx="992505" cy="992505"/>
          </a:xfrm>
          <a:custGeom>
            <a:avLst/>
            <a:gdLst/>
            <a:ahLst/>
            <a:cxnLst/>
            <a:rect l="l" t="t" r="r" b="b"/>
            <a:pathLst>
              <a:path w="992505" h="992504">
                <a:moveTo>
                  <a:pt x="496061" y="0"/>
                </a:moveTo>
                <a:lnTo>
                  <a:pt x="448288" y="2271"/>
                </a:lnTo>
                <a:lnTo>
                  <a:pt x="401799" y="8945"/>
                </a:lnTo>
                <a:lnTo>
                  <a:pt x="356803" y="19816"/>
                </a:lnTo>
                <a:lnTo>
                  <a:pt x="313507" y="34673"/>
                </a:lnTo>
                <a:lnTo>
                  <a:pt x="272120" y="53311"/>
                </a:lnTo>
                <a:lnTo>
                  <a:pt x="232848" y="75520"/>
                </a:lnTo>
                <a:lnTo>
                  <a:pt x="195902" y="101093"/>
                </a:lnTo>
                <a:lnTo>
                  <a:pt x="161487" y="129821"/>
                </a:lnTo>
                <a:lnTo>
                  <a:pt x="129812" y="161497"/>
                </a:lnTo>
                <a:lnTo>
                  <a:pt x="101085" y="195912"/>
                </a:lnTo>
                <a:lnTo>
                  <a:pt x="75514" y="232860"/>
                </a:lnTo>
                <a:lnTo>
                  <a:pt x="53306" y="272131"/>
                </a:lnTo>
                <a:lnTo>
                  <a:pt x="34670" y="313517"/>
                </a:lnTo>
                <a:lnTo>
                  <a:pt x="19814" y="356812"/>
                </a:lnTo>
                <a:lnTo>
                  <a:pt x="8944" y="401806"/>
                </a:lnTo>
                <a:lnTo>
                  <a:pt x="2270" y="448292"/>
                </a:lnTo>
                <a:lnTo>
                  <a:pt x="0" y="496061"/>
                </a:lnTo>
                <a:lnTo>
                  <a:pt x="2270" y="543831"/>
                </a:lnTo>
                <a:lnTo>
                  <a:pt x="8944" y="590317"/>
                </a:lnTo>
                <a:lnTo>
                  <a:pt x="19814" y="635311"/>
                </a:lnTo>
                <a:lnTo>
                  <a:pt x="34670" y="678606"/>
                </a:lnTo>
                <a:lnTo>
                  <a:pt x="53306" y="719992"/>
                </a:lnTo>
                <a:lnTo>
                  <a:pt x="75514" y="759263"/>
                </a:lnTo>
                <a:lnTo>
                  <a:pt x="101085" y="796211"/>
                </a:lnTo>
                <a:lnTo>
                  <a:pt x="129812" y="830626"/>
                </a:lnTo>
                <a:lnTo>
                  <a:pt x="161487" y="862302"/>
                </a:lnTo>
                <a:lnTo>
                  <a:pt x="195902" y="891030"/>
                </a:lnTo>
                <a:lnTo>
                  <a:pt x="232848" y="916603"/>
                </a:lnTo>
                <a:lnTo>
                  <a:pt x="272120" y="938812"/>
                </a:lnTo>
                <a:lnTo>
                  <a:pt x="313507" y="957450"/>
                </a:lnTo>
                <a:lnTo>
                  <a:pt x="356803" y="972307"/>
                </a:lnTo>
                <a:lnTo>
                  <a:pt x="401799" y="983178"/>
                </a:lnTo>
                <a:lnTo>
                  <a:pt x="448288" y="989852"/>
                </a:lnTo>
                <a:lnTo>
                  <a:pt x="496061" y="992123"/>
                </a:lnTo>
                <a:lnTo>
                  <a:pt x="543831" y="989852"/>
                </a:lnTo>
                <a:lnTo>
                  <a:pt x="590317" y="983178"/>
                </a:lnTo>
                <a:lnTo>
                  <a:pt x="635311" y="972307"/>
                </a:lnTo>
                <a:lnTo>
                  <a:pt x="678606" y="957450"/>
                </a:lnTo>
                <a:lnTo>
                  <a:pt x="719992" y="938812"/>
                </a:lnTo>
                <a:lnTo>
                  <a:pt x="759263" y="916603"/>
                </a:lnTo>
                <a:lnTo>
                  <a:pt x="796211" y="891030"/>
                </a:lnTo>
                <a:lnTo>
                  <a:pt x="830626" y="862302"/>
                </a:lnTo>
                <a:lnTo>
                  <a:pt x="862302" y="830626"/>
                </a:lnTo>
                <a:lnTo>
                  <a:pt x="891030" y="796211"/>
                </a:lnTo>
                <a:lnTo>
                  <a:pt x="916603" y="759263"/>
                </a:lnTo>
                <a:lnTo>
                  <a:pt x="938812" y="719992"/>
                </a:lnTo>
                <a:lnTo>
                  <a:pt x="957450" y="678606"/>
                </a:lnTo>
                <a:lnTo>
                  <a:pt x="972307" y="635311"/>
                </a:lnTo>
                <a:lnTo>
                  <a:pt x="983178" y="590317"/>
                </a:lnTo>
                <a:lnTo>
                  <a:pt x="989852" y="543831"/>
                </a:lnTo>
                <a:lnTo>
                  <a:pt x="992124" y="496061"/>
                </a:lnTo>
                <a:lnTo>
                  <a:pt x="989852" y="448292"/>
                </a:lnTo>
                <a:lnTo>
                  <a:pt x="983178" y="401806"/>
                </a:lnTo>
                <a:lnTo>
                  <a:pt x="972307" y="356812"/>
                </a:lnTo>
                <a:lnTo>
                  <a:pt x="957450" y="313517"/>
                </a:lnTo>
                <a:lnTo>
                  <a:pt x="938812" y="272131"/>
                </a:lnTo>
                <a:lnTo>
                  <a:pt x="916603" y="232860"/>
                </a:lnTo>
                <a:lnTo>
                  <a:pt x="891030" y="195912"/>
                </a:lnTo>
                <a:lnTo>
                  <a:pt x="862302" y="161497"/>
                </a:lnTo>
                <a:lnTo>
                  <a:pt x="830626" y="129821"/>
                </a:lnTo>
                <a:lnTo>
                  <a:pt x="796211" y="101093"/>
                </a:lnTo>
                <a:lnTo>
                  <a:pt x="759263" y="75520"/>
                </a:lnTo>
                <a:lnTo>
                  <a:pt x="719992" y="53311"/>
                </a:lnTo>
                <a:lnTo>
                  <a:pt x="678606" y="34673"/>
                </a:lnTo>
                <a:lnTo>
                  <a:pt x="635311" y="19816"/>
                </a:lnTo>
                <a:lnTo>
                  <a:pt x="590317" y="8945"/>
                </a:lnTo>
                <a:lnTo>
                  <a:pt x="543831" y="2271"/>
                </a:lnTo>
                <a:lnTo>
                  <a:pt x="496061" y="0"/>
                </a:lnTo>
                <a:close/>
              </a:path>
            </a:pathLst>
          </a:custGeom>
          <a:solidFill>
            <a:srgbClr val="FC611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978408" y="33162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78408" y="19827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4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78408" y="3983735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78408" y="2648711"/>
            <a:ext cx="508000" cy="542925"/>
          </a:xfrm>
          <a:custGeom>
            <a:avLst/>
            <a:gdLst/>
            <a:ahLst/>
            <a:cxnLst/>
            <a:rect l="l" t="t" r="r" b="b"/>
            <a:pathLst>
              <a:path w="508000" h="542925">
                <a:moveTo>
                  <a:pt x="253745" y="0"/>
                </a:moveTo>
                <a:lnTo>
                  <a:pt x="208133" y="4369"/>
                </a:lnTo>
                <a:lnTo>
                  <a:pt x="165204" y="16966"/>
                </a:lnTo>
                <a:lnTo>
                  <a:pt x="125673" y="37027"/>
                </a:lnTo>
                <a:lnTo>
                  <a:pt x="90258" y="63786"/>
                </a:lnTo>
                <a:lnTo>
                  <a:pt x="59676" y="96478"/>
                </a:lnTo>
                <a:lnTo>
                  <a:pt x="34642" y="134337"/>
                </a:lnTo>
                <a:lnTo>
                  <a:pt x="15874" y="176600"/>
                </a:lnTo>
                <a:lnTo>
                  <a:pt x="4088" y="222499"/>
                </a:lnTo>
                <a:lnTo>
                  <a:pt x="0" y="271272"/>
                </a:lnTo>
                <a:lnTo>
                  <a:pt x="4088" y="320044"/>
                </a:lnTo>
                <a:lnTo>
                  <a:pt x="15874" y="365943"/>
                </a:lnTo>
                <a:lnTo>
                  <a:pt x="34642" y="408206"/>
                </a:lnTo>
                <a:lnTo>
                  <a:pt x="59676" y="446065"/>
                </a:lnTo>
                <a:lnTo>
                  <a:pt x="90258" y="478757"/>
                </a:lnTo>
                <a:lnTo>
                  <a:pt x="125673" y="505516"/>
                </a:lnTo>
                <a:lnTo>
                  <a:pt x="165204" y="525577"/>
                </a:lnTo>
                <a:lnTo>
                  <a:pt x="208133" y="538174"/>
                </a:lnTo>
                <a:lnTo>
                  <a:pt x="253745" y="542544"/>
                </a:lnTo>
                <a:lnTo>
                  <a:pt x="299341" y="538174"/>
                </a:lnTo>
                <a:lnTo>
                  <a:pt x="342262" y="525577"/>
                </a:lnTo>
                <a:lnTo>
                  <a:pt x="381790" y="505516"/>
                </a:lnTo>
                <a:lnTo>
                  <a:pt x="417207" y="478757"/>
                </a:lnTo>
                <a:lnTo>
                  <a:pt x="447794" y="446065"/>
                </a:lnTo>
                <a:lnTo>
                  <a:pt x="472835" y="408206"/>
                </a:lnTo>
                <a:lnTo>
                  <a:pt x="491610" y="365943"/>
                </a:lnTo>
                <a:lnTo>
                  <a:pt x="503401" y="320044"/>
                </a:lnTo>
                <a:lnTo>
                  <a:pt x="507491" y="271272"/>
                </a:lnTo>
                <a:lnTo>
                  <a:pt x="503401" y="222499"/>
                </a:lnTo>
                <a:lnTo>
                  <a:pt x="491610" y="176600"/>
                </a:lnTo>
                <a:lnTo>
                  <a:pt x="472835" y="134337"/>
                </a:lnTo>
                <a:lnTo>
                  <a:pt x="447794" y="96478"/>
                </a:lnTo>
                <a:lnTo>
                  <a:pt x="417207" y="63786"/>
                </a:lnTo>
                <a:lnTo>
                  <a:pt x="381790" y="37027"/>
                </a:lnTo>
                <a:lnTo>
                  <a:pt x="342262" y="16966"/>
                </a:lnTo>
                <a:lnTo>
                  <a:pt x="299341" y="4369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978408" y="5318759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978408" y="465124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978408" y="5986271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122070" y="2092833"/>
            <a:ext cx="217804" cy="52190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9850">
              <a:lnSpc>
                <a:spcPct val="100000"/>
              </a:lnSpc>
              <a:spcBef>
                <a:spcPts val="100"/>
              </a:spcBef>
            </a:pPr>
            <a:r>
              <a:rPr sz="1700" spc="-375" dirty="0">
                <a:solidFill>
                  <a:srgbClr val="181818"/>
                </a:solidFill>
                <a:latin typeface="Tahoma"/>
                <a:cs typeface="Tahoma"/>
              </a:rPr>
              <a:t>1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50"/>
              </a:spcBef>
            </a:pPr>
            <a:endParaRPr sz="1700">
              <a:latin typeface="Tahoma"/>
              <a:cs typeface="Tahoma"/>
            </a:endParaRPr>
          </a:p>
          <a:p>
            <a:pPr marL="43815">
              <a:lnSpc>
                <a:spcPct val="100000"/>
              </a:lnSpc>
              <a:spcBef>
                <a:spcPts val="5"/>
              </a:spcBef>
            </a:pPr>
            <a:r>
              <a:rPr sz="1700" spc="40" dirty="0">
                <a:solidFill>
                  <a:srgbClr val="181818"/>
                </a:solidFill>
                <a:latin typeface="Tahoma"/>
                <a:cs typeface="Tahoma"/>
              </a:rPr>
              <a:t>2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42545">
              <a:lnSpc>
                <a:spcPct val="100000"/>
              </a:lnSpc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3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36195">
              <a:lnSpc>
                <a:spcPct val="100000"/>
              </a:lnSpc>
            </a:pPr>
            <a:r>
              <a:rPr sz="1700" spc="160" dirty="0">
                <a:solidFill>
                  <a:srgbClr val="181818"/>
                </a:solidFill>
                <a:latin typeface="Tahoma"/>
                <a:cs typeface="Tahoma"/>
              </a:rPr>
              <a:t>4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42545">
              <a:lnSpc>
                <a:spcPct val="100000"/>
              </a:lnSpc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5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39370">
              <a:lnSpc>
                <a:spcPct val="100000"/>
              </a:lnSpc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6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43815">
              <a:lnSpc>
                <a:spcPct val="100000"/>
              </a:lnSpc>
            </a:pPr>
            <a:r>
              <a:rPr sz="1700" spc="30" dirty="0">
                <a:solidFill>
                  <a:srgbClr val="181818"/>
                </a:solidFill>
                <a:latin typeface="Tahoma"/>
                <a:cs typeface="Tahoma"/>
              </a:rPr>
              <a:t>7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35"/>
              </a:spcBef>
            </a:pPr>
            <a:endParaRPr sz="17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2400" b="1" spc="-50" dirty="0">
                <a:solidFill>
                  <a:srgbClr val="001F5F"/>
                </a:solidFill>
                <a:latin typeface="Tahoma"/>
                <a:cs typeface="Tahoma"/>
              </a:rPr>
              <a:t>8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78408" y="776020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1148892" y="7872221"/>
            <a:ext cx="16573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9</a:t>
            </a:r>
            <a:endParaRPr sz="1700">
              <a:latin typeface="Tahoma"/>
              <a:cs typeface="Tahoma"/>
            </a:endParaRPr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12895" y="1028700"/>
            <a:ext cx="946403" cy="236220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87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IMPLEMENTATION</a:t>
            </a:r>
            <a:r>
              <a:rPr spc="-235" dirty="0"/>
              <a:t> </a:t>
            </a:r>
            <a:r>
              <a:rPr spc="-10" dirty="0"/>
              <a:t>SCREENSHOTS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2517394" y="7742681"/>
            <a:ext cx="14202410" cy="1489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Explanation: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marR="5080">
              <a:lnSpc>
                <a:spcPct val="100000"/>
              </a:lnSpc>
              <a:spcBef>
                <a:spcPts val="5"/>
              </a:spcBef>
              <a:tabLst>
                <a:tab pos="2308860" algn="l"/>
              </a:tabLst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32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home</a:t>
            </a:r>
            <a:r>
              <a:rPr sz="32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</a:t>
            </a:r>
            <a:r>
              <a:rPr sz="32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</a:t>
            </a:r>
            <a:r>
              <a:rPr sz="32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</a:t>
            </a:r>
            <a:r>
              <a:rPr sz="32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  <a:r>
              <a:rPr sz="32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32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32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r>
              <a:rPr sz="32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sz="32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navigation</a:t>
            </a:r>
            <a:r>
              <a:rPr sz="32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options</a:t>
            </a:r>
            <a:r>
              <a:rPr sz="32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</a:t>
            </a:r>
            <a:r>
              <a:rPr sz="32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Login, </a:t>
            </a:r>
            <a:r>
              <a:rPr sz="32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Register,</a:t>
            </a:r>
            <a:r>
              <a:rPr sz="3200" spc="-1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Information.</a:t>
            </a:r>
            <a:r>
              <a:rPr sz="32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</a:t>
            </a:r>
            <a:r>
              <a:rPr sz="320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offers</a:t>
            </a:r>
            <a:r>
              <a:rPr sz="32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sz="32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user-friendly</a:t>
            </a:r>
            <a:r>
              <a:rPr sz="32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</a:t>
            </a:r>
            <a:r>
              <a:rPr sz="32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sz="32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</a:t>
            </a:r>
            <a:r>
              <a:rPr sz="32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access.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A8E1441-39C5-47B2-78F3-79AEB40E3B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5613" y="1485900"/>
            <a:ext cx="11675187" cy="61603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36091" y="6653783"/>
            <a:ext cx="992505" cy="992505"/>
          </a:xfrm>
          <a:custGeom>
            <a:avLst/>
            <a:gdLst/>
            <a:ahLst/>
            <a:cxnLst/>
            <a:rect l="l" t="t" r="r" b="b"/>
            <a:pathLst>
              <a:path w="992505" h="992504">
                <a:moveTo>
                  <a:pt x="496061" y="0"/>
                </a:moveTo>
                <a:lnTo>
                  <a:pt x="448288" y="2271"/>
                </a:lnTo>
                <a:lnTo>
                  <a:pt x="401799" y="8945"/>
                </a:lnTo>
                <a:lnTo>
                  <a:pt x="356803" y="19816"/>
                </a:lnTo>
                <a:lnTo>
                  <a:pt x="313507" y="34673"/>
                </a:lnTo>
                <a:lnTo>
                  <a:pt x="272120" y="53311"/>
                </a:lnTo>
                <a:lnTo>
                  <a:pt x="232848" y="75520"/>
                </a:lnTo>
                <a:lnTo>
                  <a:pt x="195902" y="101093"/>
                </a:lnTo>
                <a:lnTo>
                  <a:pt x="161487" y="129821"/>
                </a:lnTo>
                <a:lnTo>
                  <a:pt x="129812" y="161497"/>
                </a:lnTo>
                <a:lnTo>
                  <a:pt x="101085" y="195912"/>
                </a:lnTo>
                <a:lnTo>
                  <a:pt x="75514" y="232860"/>
                </a:lnTo>
                <a:lnTo>
                  <a:pt x="53306" y="272131"/>
                </a:lnTo>
                <a:lnTo>
                  <a:pt x="34670" y="313517"/>
                </a:lnTo>
                <a:lnTo>
                  <a:pt x="19814" y="356812"/>
                </a:lnTo>
                <a:lnTo>
                  <a:pt x="8944" y="401806"/>
                </a:lnTo>
                <a:lnTo>
                  <a:pt x="2270" y="448292"/>
                </a:lnTo>
                <a:lnTo>
                  <a:pt x="0" y="496061"/>
                </a:lnTo>
                <a:lnTo>
                  <a:pt x="2270" y="543831"/>
                </a:lnTo>
                <a:lnTo>
                  <a:pt x="8944" y="590317"/>
                </a:lnTo>
                <a:lnTo>
                  <a:pt x="19814" y="635311"/>
                </a:lnTo>
                <a:lnTo>
                  <a:pt x="34670" y="678606"/>
                </a:lnTo>
                <a:lnTo>
                  <a:pt x="53306" y="719992"/>
                </a:lnTo>
                <a:lnTo>
                  <a:pt x="75514" y="759263"/>
                </a:lnTo>
                <a:lnTo>
                  <a:pt x="101085" y="796211"/>
                </a:lnTo>
                <a:lnTo>
                  <a:pt x="129812" y="830626"/>
                </a:lnTo>
                <a:lnTo>
                  <a:pt x="161487" y="862302"/>
                </a:lnTo>
                <a:lnTo>
                  <a:pt x="195902" y="891030"/>
                </a:lnTo>
                <a:lnTo>
                  <a:pt x="232848" y="916603"/>
                </a:lnTo>
                <a:lnTo>
                  <a:pt x="272120" y="938812"/>
                </a:lnTo>
                <a:lnTo>
                  <a:pt x="313507" y="957450"/>
                </a:lnTo>
                <a:lnTo>
                  <a:pt x="356803" y="972307"/>
                </a:lnTo>
                <a:lnTo>
                  <a:pt x="401799" y="983178"/>
                </a:lnTo>
                <a:lnTo>
                  <a:pt x="448288" y="989852"/>
                </a:lnTo>
                <a:lnTo>
                  <a:pt x="496061" y="992123"/>
                </a:lnTo>
                <a:lnTo>
                  <a:pt x="543831" y="989852"/>
                </a:lnTo>
                <a:lnTo>
                  <a:pt x="590317" y="983178"/>
                </a:lnTo>
                <a:lnTo>
                  <a:pt x="635311" y="972307"/>
                </a:lnTo>
                <a:lnTo>
                  <a:pt x="678606" y="957450"/>
                </a:lnTo>
                <a:lnTo>
                  <a:pt x="719992" y="938812"/>
                </a:lnTo>
                <a:lnTo>
                  <a:pt x="759263" y="916603"/>
                </a:lnTo>
                <a:lnTo>
                  <a:pt x="796211" y="891030"/>
                </a:lnTo>
                <a:lnTo>
                  <a:pt x="830626" y="862302"/>
                </a:lnTo>
                <a:lnTo>
                  <a:pt x="862302" y="830626"/>
                </a:lnTo>
                <a:lnTo>
                  <a:pt x="891030" y="796211"/>
                </a:lnTo>
                <a:lnTo>
                  <a:pt x="916603" y="759263"/>
                </a:lnTo>
                <a:lnTo>
                  <a:pt x="938812" y="719992"/>
                </a:lnTo>
                <a:lnTo>
                  <a:pt x="957450" y="678606"/>
                </a:lnTo>
                <a:lnTo>
                  <a:pt x="972307" y="635311"/>
                </a:lnTo>
                <a:lnTo>
                  <a:pt x="983178" y="590317"/>
                </a:lnTo>
                <a:lnTo>
                  <a:pt x="989852" y="543831"/>
                </a:lnTo>
                <a:lnTo>
                  <a:pt x="992124" y="496061"/>
                </a:lnTo>
                <a:lnTo>
                  <a:pt x="989852" y="448292"/>
                </a:lnTo>
                <a:lnTo>
                  <a:pt x="983178" y="401806"/>
                </a:lnTo>
                <a:lnTo>
                  <a:pt x="972307" y="356812"/>
                </a:lnTo>
                <a:lnTo>
                  <a:pt x="957450" y="313517"/>
                </a:lnTo>
                <a:lnTo>
                  <a:pt x="938812" y="272131"/>
                </a:lnTo>
                <a:lnTo>
                  <a:pt x="916603" y="232860"/>
                </a:lnTo>
                <a:lnTo>
                  <a:pt x="891030" y="195912"/>
                </a:lnTo>
                <a:lnTo>
                  <a:pt x="862302" y="161497"/>
                </a:lnTo>
                <a:lnTo>
                  <a:pt x="830626" y="129821"/>
                </a:lnTo>
                <a:lnTo>
                  <a:pt x="796211" y="101093"/>
                </a:lnTo>
                <a:lnTo>
                  <a:pt x="759263" y="75520"/>
                </a:lnTo>
                <a:lnTo>
                  <a:pt x="719992" y="53311"/>
                </a:lnTo>
                <a:lnTo>
                  <a:pt x="678606" y="34673"/>
                </a:lnTo>
                <a:lnTo>
                  <a:pt x="635311" y="19816"/>
                </a:lnTo>
                <a:lnTo>
                  <a:pt x="590317" y="8945"/>
                </a:lnTo>
                <a:lnTo>
                  <a:pt x="543831" y="2271"/>
                </a:lnTo>
                <a:lnTo>
                  <a:pt x="496061" y="0"/>
                </a:lnTo>
                <a:close/>
              </a:path>
            </a:pathLst>
          </a:custGeom>
          <a:solidFill>
            <a:srgbClr val="FC611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978408" y="33162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78408" y="19827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4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78408" y="3983735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78408" y="2648711"/>
            <a:ext cx="508000" cy="542925"/>
          </a:xfrm>
          <a:custGeom>
            <a:avLst/>
            <a:gdLst/>
            <a:ahLst/>
            <a:cxnLst/>
            <a:rect l="l" t="t" r="r" b="b"/>
            <a:pathLst>
              <a:path w="508000" h="542925">
                <a:moveTo>
                  <a:pt x="253745" y="0"/>
                </a:moveTo>
                <a:lnTo>
                  <a:pt x="208133" y="4369"/>
                </a:lnTo>
                <a:lnTo>
                  <a:pt x="165204" y="16966"/>
                </a:lnTo>
                <a:lnTo>
                  <a:pt x="125673" y="37027"/>
                </a:lnTo>
                <a:lnTo>
                  <a:pt x="90258" y="63786"/>
                </a:lnTo>
                <a:lnTo>
                  <a:pt x="59676" y="96478"/>
                </a:lnTo>
                <a:lnTo>
                  <a:pt x="34642" y="134337"/>
                </a:lnTo>
                <a:lnTo>
                  <a:pt x="15874" y="176600"/>
                </a:lnTo>
                <a:lnTo>
                  <a:pt x="4088" y="222499"/>
                </a:lnTo>
                <a:lnTo>
                  <a:pt x="0" y="271272"/>
                </a:lnTo>
                <a:lnTo>
                  <a:pt x="4088" y="320044"/>
                </a:lnTo>
                <a:lnTo>
                  <a:pt x="15874" y="365943"/>
                </a:lnTo>
                <a:lnTo>
                  <a:pt x="34642" y="408206"/>
                </a:lnTo>
                <a:lnTo>
                  <a:pt x="59676" y="446065"/>
                </a:lnTo>
                <a:lnTo>
                  <a:pt x="90258" y="478757"/>
                </a:lnTo>
                <a:lnTo>
                  <a:pt x="125673" y="505516"/>
                </a:lnTo>
                <a:lnTo>
                  <a:pt x="165204" y="525577"/>
                </a:lnTo>
                <a:lnTo>
                  <a:pt x="208133" y="538174"/>
                </a:lnTo>
                <a:lnTo>
                  <a:pt x="253745" y="542544"/>
                </a:lnTo>
                <a:lnTo>
                  <a:pt x="299341" y="538174"/>
                </a:lnTo>
                <a:lnTo>
                  <a:pt x="342262" y="525577"/>
                </a:lnTo>
                <a:lnTo>
                  <a:pt x="381790" y="505516"/>
                </a:lnTo>
                <a:lnTo>
                  <a:pt x="417207" y="478757"/>
                </a:lnTo>
                <a:lnTo>
                  <a:pt x="447794" y="446065"/>
                </a:lnTo>
                <a:lnTo>
                  <a:pt x="472835" y="408206"/>
                </a:lnTo>
                <a:lnTo>
                  <a:pt x="491610" y="365943"/>
                </a:lnTo>
                <a:lnTo>
                  <a:pt x="503401" y="320044"/>
                </a:lnTo>
                <a:lnTo>
                  <a:pt x="507491" y="271272"/>
                </a:lnTo>
                <a:lnTo>
                  <a:pt x="503401" y="222499"/>
                </a:lnTo>
                <a:lnTo>
                  <a:pt x="491610" y="176600"/>
                </a:lnTo>
                <a:lnTo>
                  <a:pt x="472835" y="134337"/>
                </a:lnTo>
                <a:lnTo>
                  <a:pt x="447794" y="96478"/>
                </a:lnTo>
                <a:lnTo>
                  <a:pt x="417207" y="63786"/>
                </a:lnTo>
                <a:lnTo>
                  <a:pt x="381790" y="37027"/>
                </a:lnTo>
                <a:lnTo>
                  <a:pt x="342262" y="16966"/>
                </a:lnTo>
                <a:lnTo>
                  <a:pt x="299341" y="4369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978408" y="5318759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978408" y="465124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978408" y="5986271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978408" y="776020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12895" y="1028700"/>
            <a:ext cx="946403" cy="236220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5951" rIns="0" bIns="0" rtlCol="0">
            <a:spAutoFit/>
          </a:bodyPr>
          <a:lstStyle/>
          <a:p>
            <a:pPr marL="58547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IMPLEMENTATION</a:t>
            </a:r>
            <a:r>
              <a:rPr spc="-200" dirty="0"/>
              <a:t> </a:t>
            </a:r>
            <a:r>
              <a:rPr spc="-10" dirty="0"/>
              <a:t>SCREENSHOTS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867562" y="2092833"/>
            <a:ext cx="16987520" cy="7422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4485">
              <a:lnSpc>
                <a:spcPct val="100000"/>
              </a:lnSpc>
              <a:spcBef>
                <a:spcPts val="100"/>
              </a:spcBef>
            </a:pPr>
            <a:r>
              <a:rPr sz="1700" spc="-375" dirty="0">
                <a:solidFill>
                  <a:srgbClr val="181818"/>
                </a:solidFill>
                <a:latin typeface="Tahoma"/>
                <a:cs typeface="Tahoma"/>
              </a:rPr>
              <a:t>1</a:t>
            </a:r>
            <a:endParaRPr sz="17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50"/>
              </a:spcBef>
            </a:pPr>
            <a:endParaRPr sz="1700" dirty="0">
              <a:latin typeface="Tahoma"/>
              <a:cs typeface="Tahoma"/>
            </a:endParaRPr>
          </a:p>
          <a:p>
            <a:pPr marL="298450">
              <a:lnSpc>
                <a:spcPct val="100000"/>
              </a:lnSpc>
              <a:spcBef>
                <a:spcPts val="5"/>
              </a:spcBef>
            </a:pPr>
            <a:r>
              <a:rPr sz="1700" spc="40" dirty="0">
                <a:solidFill>
                  <a:srgbClr val="181818"/>
                </a:solidFill>
                <a:latin typeface="Tahoma"/>
                <a:cs typeface="Tahoma"/>
              </a:rPr>
              <a:t>2</a:t>
            </a:r>
            <a:endParaRPr sz="17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 dirty="0">
              <a:latin typeface="Tahoma"/>
              <a:cs typeface="Tahoma"/>
            </a:endParaRPr>
          </a:p>
          <a:p>
            <a:pPr marL="296545">
              <a:lnSpc>
                <a:spcPct val="100000"/>
              </a:lnSpc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3</a:t>
            </a:r>
            <a:endParaRPr sz="17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 dirty="0">
              <a:latin typeface="Tahoma"/>
              <a:cs typeface="Tahoma"/>
            </a:endParaRPr>
          </a:p>
          <a:p>
            <a:pPr marL="290830">
              <a:lnSpc>
                <a:spcPct val="100000"/>
              </a:lnSpc>
            </a:pPr>
            <a:r>
              <a:rPr sz="1700" spc="160" dirty="0">
                <a:solidFill>
                  <a:srgbClr val="181818"/>
                </a:solidFill>
                <a:latin typeface="Tahoma"/>
                <a:cs typeface="Tahoma"/>
              </a:rPr>
              <a:t>4</a:t>
            </a:r>
            <a:endParaRPr sz="17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 dirty="0">
              <a:latin typeface="Tahoma"/>
              <a:cs typeface="Tahoma"/>
            </a:endParaRPr>
          </a:p>
          <a:p>
            <a:pPr marL="296545">
              <a:lnSpc>
                <a:spcPct val="100000"/>
              </a:lnSpc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5</a:t>
            </a:r>
            <a:endParaRPr lang="en-IN" sz="17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lang="en-IN" sz="1700" dirty="0">
              <a:latin typeface="Tahoma"/>
              <a:cs typeface="Tahoma"/>
            </a:endParaRPr>
          </a:p>
          <a:p>
            <a:pPr marL="294005">
              <a:lnSpc>
                <a:spcPct val="100000"/>
              </a:lnSpc>
            </a:pPr>
            <a:r>
              <a:rPr lang="en-IN" sz="1700" spc="125" dirty="0">
                <a:solidFill>
                  <a:srgbClr val="181818"/>
                </a:solidFill>
                <a:latin typeface="Tahoma"/>
                <a:cs typeface="Tahoma"/>
              </a:rPr>
              <a:t>6</a:t>
            </a:r>
            <a:endParaRPr lang="en-IN" sz="17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lang="en-IN" sz="1700" dirty="0">
              <a:latin typeface="Tahoma"/>
              <a:cs typeface="Tahoma"/>
            </a:endParaRPr>
          </a:p>
          <a:p>
            <a:pPr marL="298450">
              <a:lnSpc>
                <a:spcPct val="100000"/>
              </a:lnSpc>
            </a:pPr>
            <a:r>
              <a:rPr sz="1700" spc="30" dirty="0">
                <a:solidFill>
                  <a:srgbClr val="181818"/>
                </a:solidFill>
                <a:latin typeface="Tahoma"/>
                <a:cs typeface="Tahoma"/>
              </a:rPr>
              <a:t>7</a:t>
            </a:r>
            <a:endParaRPr sz="17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17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35"/>
              </a:spcBef>
            </a:pPr>
            <a:endParaRPr sz="170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2400" b="1" spc="-20" dirty="0">
                <a:solidFill>
                  <a:srgbClr val="001F5F"/>
                </a:solidFill>
                <a:latin typeface="Tahoma"/>
                <a:cs typeface="Tahoma"/>
              </a:rPr>
              <a:t>8(A)</a:t>
            </a:r>
            <a:endParaRPr sz="24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720"/>
              </a:spcBef>
            </a:pPr>
            <a:endParaRPr sz="2400" dirty="0">
              <a:latin typeface="Tahoma"/>
              <a:cs typeface="Tahoma"/>
            </a:endParaRPr>
          </a:p>
          <a:p>
            <a:pPr marL="294005">
              <a:lnSpc>
                <a:spcPct val="100000"/>
              </a:lnSpc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9</a:t>
            </a:r>
            <a:endParaRPr sz="1700" dirty="0">
              <a:latin typeface="Tahoma"/>
              <a:cs typeface="Tahoma"/>
            </a:endParaRPr>
          </a:p>
          <a:p>
            <a:pPr marL="976630">
              <a:lnSpc>
                <a:spcPct val="100000"/>
              </a:lnSpc>
              <a:spcBef>
                <a:spcPts val="530"/>
              </a:spcBef>
            </a:pPr>
            <a:r>
              <a:rPr sz="28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Explanation: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6630" marR="5080">
              <a:lnSpc>
                <a:spcPct val="100000"/>
              </a:lnSpc>
              <a:spcBef>
                <a:spcPts val="85"/>
              </a:spcBef>
              <a:tabLst>
                <a:tab pos="11984355" algn="l"/>
              </a:tabLst>
            </a:pP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</a:t>
            </a:r>
            <a:r>
              <a:rPr sz="2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screenshot</a:t>
            </a:r>
            <a:r>
              <a:rPr sz="2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</a:t>
            </a:r>
            <a:r>
              <a:rPr sz="28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8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</a:t>
            </a:r>
            <a:r>
              <a:rPr sz="28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</a:t>
            </a:r>
            <a:r>
              <a:rPr sz="28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8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r>
              <a:rPr sz="2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</a:t>
            </a:r>
            <a:r>
              <a:rPr sz="28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choose</a:t>
            </a:r>
            <a:r>
              <a:rPr sz="28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sz="2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</a:t>
            </a:r>
            <a:r>
              <a:rPr sz="2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online</a:t>
            </a: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booking.Each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card</a:t>
            </a:r>
            <a:r>
              <a:rPr sz="28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</a:t>
            </a:r>
            <a:r>
              <a:rPr sz="2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details</a:t>
            </a:r>
            <a:r>
              <a:rPr sz="28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</a:t>
            </a:r>
            <a:r>
              <a:rPr sz="2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sz="2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28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seats,</a:t>
            </a:r>
            <a:r>
              <a:rPr sz="2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duration,</a:t>
            </a:r>
            <a:r>
              <a:rPr sz="28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2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level</a:t>
            </a:r>
            <a:r>
              <a:rPr sz="28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sz="28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sz="28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</a:t>
            </a:r>
            <a:r>
              <a:rPr sz="2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logout</a:t>
            </a:r>
            <a:r>
              <a:rPr sz="28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sz="2800" spc="-10" dirty="0">
                <a:latin typeface="Arial MT"/>
                <a:cs typeface="Arial MT"/>
              </a:rPr>
              <a:t>.</a:t>
            </a:r>
            <a:endParaRPr sz="2800" dirty="0">
              <a:latin typeface="Arial MT"/>
              <a:cs typeface="Arial MT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F28F3C9-D465-48F6-D7A0-79001C1380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1714500"/>
            <a:ext cx="13335000" cy="58915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36091" y="6653783"/>
            <a:ext cx="992505" cy="992505"/>
          </a:xfrm>
          <a:custGeom>
            <a:avLst/>
            <a:gdLst/>
            <a:ahLst/>
            <a:cxnLst/>
            <a:rect l="l" t="t" r="r" b="b"/>
            <a:pathLst>
              <a:path w="992505" h="992504">
                <a:moveTo>
                  <a:pt x="496061" y="0"/>
                </a:moveTo>
                <a:lnTo>
                  <a:pt x="448288" y="2271"/>
                </a:lnTo>
                <a:lnTo>
                  <a:pt x="401799" y="8945"/>
                </a:lnTo>
                <a:lnTo>
                  <a:pt x="356803" y="19816"/>
                </a:lnTo>
                <a:lnTo>
                  <a:pt x="313507" y="34673"/>
                </a:lnTo>
                <a:lnTo>
                  <a:pt x="272120" y="53311"/>
                </a:lnTo>
                <a:lnTo>
                  <a:pt x="232848" y="75520"/>
                </a:lnTo>
                <a:lnTo>
                  <a:pt x="195902" y="101093"/>
                </a:lnTo>
                <a:lnTo>
                  <a:pt x="161487" y="129821"/>
                </a:lnTo>
                <a:lnTo>
                  <a:pt x="129812" y="161497"/>
                </a:lnTo>
                <a:lnTo>
                  <a:pt x="101085" y="195912"/>
                </a:lnTo>
                <a:lnTo>
                  <a:pt x="75514" y="232860"/>
                </a:lnTo>
                <a:lnTo>
                  <a:pt x="53306" y="272131"/>
                </a:lnTo>
                <a:lnTo>
                  <a:pt x="34670" y="313517"/>
                </a:lnTo>
                <a:lnTo>
                  <a:pt x="19814" y="356812"/>
                </a:lnTo>
                <a:lnTo>
                  <a:pt x="8944" y="401806"/>
                </a:lnTo>
                <a:lnTo>
                  <a:pt x="2270" y="448292"/>
                </a:lnTo>
                <a:lnTo>
                  <a:pt x="0" y="496061"/>
                </a:lnTo>
                <a:lnTo>
                  <a:pt x="2270" y="543831"/>
                </a:lnTo>
                <a:lnTo>
                  <a:pt x="8944" y="590317"/>
                </a:lnTo>
                <a:lnTo>
                  <a:pt x="19814" y="635311"/>
                </a:lnTo>
                <a:lnTo>
                  <a:pt x="34670" y="678606"/>
                </a:lnTo>
                <a:lnTo>
                  <a:pt x="53306" y="719992"/>
                </a:lnTo>
                <a:lnTo>
                  <a:pt x="75514" y="759263"/>
                </a:lnTo>
                <a:lnTo>
                  <a:pt x="101085" y="796211"/>
                </a:lnTo>
                <a:lnTo>
                  <a:pt x="129812" y="830626"/>
                </a:lnTo>
                <a:lnTo>
                  <a:pt x="161487" y="862302"/>
                </a:lnTo>
                <a:lnTo>
                  <a:pt x="195902" y="891030"/>
                </a:lnTo>
                <a:lnTo>
                  <a:pt x="232848" y="916603"/>
                </a:lnTo>
                <a:lnTo>
                  <a:pt x="272120" y="938812"/>
                </a:lnTo>
                <a:lnTo>
                  <a:pt x="313507" y="957450"/>
                </a:lnTo>
                <a:lnTo>
                  <a:pt x="356803" y="972307"/>
                </a:lnTo>
                <a:lnTo>
                  <a:pt x="401799" y="983178"/>
                </a:lnTo>
                <a:lnTo>
                  <a:pt x="448288" y="989852"/>
                </a:lnTo>
                <a:lnTo>
                  <a:pt x="496061" y="992123"/>
                </a:lnTo>
                <a:lnTo>
                  <a:pt x="543831" y="989852"/>
                </a:lnTo>
                <a:lnTo>
                  <a:pt x="590317" y="983178"/>
                </a:lnTo>
                <a:lnTo>
                  <a:pt x="635311" y="972307"/>
                </a:lnTo>
                <a:lnTo>
                  <a:pt x="678606" y="957450"/>
                </a:lnTo>
                <a:lnTo>
                  <a:pt x="719992" y="938812"/>
                </a:lnTo>
                <a:lnTo>
                  <a:pt x="759263" y="916603"/>
                </a:lnTo>
                <a:lnTo>
                  <a:pt x="796211" y="891030"/>
                </a:lnTo>
                <a:lnTo>
                  <a:pt x="830626" y="862302"/>
                </a:lnTo>
                <a:lnTo>
                  <a:pt x="862302" y="830626"/>
                </a:lnTo>
                <a:lnTo>
                  <a:pt x="891030" y="796211"/>
                </a:lnTo>
                <a:lnTo>
                  <a:pt x="916603" y="759263"/>
                </a:lnTo>
                <a:lnTo>
                  <a:pt x="938812" y="719992"/>
                </a:lnTo>
                <a:lnTo>
                  <a:pt x="957450" y="678606"/>
                </a:lnTo>
                <a:lnTo>
                  <a:pt x="972307" y="635311"/>
                </a:lnTo>
                <a:lnTo>
                  <a:pt x="983178" y="590317"/>
                </a:lnTo>
                <a:lnTo>
                  <a:pt x="989852" y="543831"/>
                </a:lnTo>
                <a:lnTo>
                  <a:pt x="992124" y="496061"/>
                </a:lnTo>
                <a:lnTo>
                  <a:pt x="989852" y="448292"/>
                </a:lnTo>
                <a:lnTo>
                  <a:pt x="983178" y="401806"/>
                </a:lnTo>
                <a:lnTo>
                  <a:pt x="972307" y="356812"/>
                </a:lnTo>
                <a:lnTo>
                  <a:pt x="957450" y="313517"/>
                </a:lnTo>
                <a:lnTo>
                  <a:pt x="938812" y="272131"/>
                </a:lnTo>
                <a:lnTo>
                  <a:pt x="916603" y="232860"/>
                </a:lnTo>
                <a:lnTo>
                  <a:pt x="891030" y="195912"/>
                </a:lnTo>
                <a:lnTo>
                  <a:pt x="862302" y="161497"/>
                </a:lnTo>
                <a:lnTo>
                  <a:pt x="830626" y="129821"/>
                </a:lnTo>
                <a:lnTo>
                  <a:pt x="796211" y="101093"/>
                </a:lnTo>
                <a:lnTo>
                  <a:pt x="759263" y="75520"/>
                </a:lnTo>
                <a:lnTo>
                  <a:pt x="719992" y="53311"/>
                </a:lnTo>
                <a:lnTo>
                  <a:pt x="678606" y="34673"/>
                </a:lnTo>
                <a:lnTo>
                  <a:pt x="635311" y="19816"/>
                </a:lnTo>
                <a:lnTo>
                  <a:pt x="590317" y="8945"/>
                </a:lnTo>
                <a:lnTo>
                  <a:pt x="543831" y="2271"/>
                </a:lnTo>
                <a:lnTo>
                  <a:pt x="496061" y="0"/>
                </a:lnTo>
                <a:close/>
              </a:path>
            </a:pathLst>
          </a:custGeom>
          <a:solidFill>
            <a:srgbClr val="FC611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978408" y="33162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78408" y="19827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4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78408" y="3983735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78408" y="2648711"/>
            <a:ext cx="508000" cy="542925"/>
          </a:xfrm>
          <a:custGeom>
            <a:avLst/>
            <a:gdLst/>
            <a:ahLst/>
            <a:cxnLst/>
            <a:rect l="l" t="t" r="r" b="b"/>
            <a:pathLst>
              <a:path w="508000" h="542925">
                <a:moveTo>
                  <a:pt x="253745" y="0"/>
                </a:moveTo>
                <a:lnTo>
                  <a:pt x="208133" y="4369"/>
                </a:lnTo>
                <a:lnTo>
                  <a:pt x="165204" y="16966"/>
                </a:lnTo>
                <a:lnTo>
                  <a:pt x="125673" y="37027"/>
                </a:lnTo>
                <a:lnTo>
                  <a:pt x="90258" y="63786"/>
                </a:lnTo>
                <a:lnTo>
                  <a:pt x="59676" y="96478"/>
                </a:lnTo>
                <a:lnTo>
                  <a:pt x="34642" y="134337"/>
                </a:lnTo>
                <a:lnTo>
                  <a:pt x="15874" y="176600"/>
                </a:lnTo>
                <a:lnTo>
                  <a:pt x="4088" y="222499"/>
                </a:lnTo>
                <a:lnTo>
                  <a:pt x="0" y="271272"/>
                </a:lnTo>
                <a:lnTo>
                  <a:pt x="4088" y="320044"/>
                </a:lnTo>
                <a:lnTo>
                  <a:pt x="15874" y="365943"/>
                </a:lnTo>
                <a:lnTo>
                  <a:pt x="34642" y="408206"/>
                </a:lnTo>
                <a:lnTo>
                  <a:pt x="59676" y="446065"/>
                </a:lnTo>
                <a:lnTo>
                  <a:pt x="90258" y="478757"/>
                </a:lnTo>
                <a:lnTo>
                  <a:pt x="125673" y="505516"/>
                </a:lnTo>
                <a:lnTo>
                  <a:pt x="165204" y="525577"/>
                </a:lnTo>
                <a:lnTo>
                  <a:pt x="208133" y="538174"/>
                </a:lnTo>
                <a:lnTo>
                  <a:pt x="253745" y="542544"/>
                </a:lnTo>
                <a:lnTo>
                  <a:pt x="299341" y="538174"/>
                </a:lnTo>
                <a:lnTo>
                  <a:pt x="342262" y="525577"/>
                </a:lnTo>
                <a:lnTo>
                  <a:pt x="381790" y="505516"/>
                </a:lnTo>
                <a:lnTo>
                  <a:pt x="417207" y="478757"/>
                </a:lnTo>
                <a:lnTo>
                  <a:pt x="447794" y="446065"/>
                </a:lnTo>
                <a:lnTo>
                  <a:pt x="472835" y="408206"/>
                </a:lnTo>
                <a:lnTo>
                  <a:pt x="491610" y="365943"/>
                </a:lnTo>
                <a:lnTo>
                  <a:pt x="503401" y="320044"/>
                </a:lnTo>
                <a:lnTo>
                  <a:pt x="507491" y="271272"/>
                </a:lnTo>
                <a:lnTo>
                  <a:pt x="503401" y="222499"/>
                </a:lnTo>
                <a:lnTo>
                  <a:pt x="491610" y="176600"/>
                </a:lnTo>
                <a:lnTo>
                  <a:pt x="472835" y="134337"/>
                </a:lnTo>
                <a:lnTo>
                  <a:pt x="447794" y="96478"/>
                </a:lnTo>
                <a:lnTo>
                  <a:pt x="417207" y="63786"/>
                </a:lnTo>
                <a:lnTo>
                  <a:pt x="381790" y="37027"/>
                </a:lnTo>
                <a:lnTo>
                  <a:pt x="342262" y="16966"/>
                </a:lnTo>
                <a:lnTo>
                  <a:pt x="299341" y="4369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978408" y="5318759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978408" y="465124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978408" y="5986271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876706" y="2092833"/>
            <a:ext cx="705485" cy="52190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" algn="ctr">
              <a:lnSpc>
                <a:spcPct val="100000"/>
              </a:lnSpc>
              <a:spcBef>
                <a:spcPts val="100"/>
              </a:spcBef>
            </a:pPr>
            <a:r>
              <a:rPr sz="1700" spc="-375" dirty="0">
                <a:solidFill>
                  <a:srgbClr val="181818"/>
                </a:solidFill>
                <a:latin typeface="Tahoma"/>
                <a:cs typeface="Tahoma"/>
              </a:rPr>
              <a:t>1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50"/>
              </a:spcBef>
            </a:pPr>
            <a:endParaRPr sz="1700">
              <a:latin typeface="Tahoma"/>
              <a:cs typeface="Tahoma"/>
            </a:endParaRPr>
          </a:p>
          <a:p>
            <a:pPr marL="3175" algn="ctr">
              <a:lnSpc>
                <a:spcPct val="100000"/>
              </a:lnSpc>
              <a:spcBef>
                <a:spcPts val="5"/>
              </a:spcBef>
            </a:pPr>
            <a:r>
              <a:rPr sz="1700" spc="40" dirty="0">
                <a:solidFill>
                  <a:srgbClr val="181818"/>
                </a:solidFill>
                <a:latin typeface="Tahoma"/>
                <a:cs typeface="Tahoma"/>
              </a:rPr>
              <a:t>2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3175" algn="ctr">
              <a:lnSpc>
                <a:spcPct val="100000"/>
              </a:lnSpc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3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3175" algn="ctr">
              <a:lnSpc>
                <a:spcPct val="100000"/>
              </a:lnSpc>
            </a:pPr>
            <a:r>
              <a:rPr sz="1700" spc="160" dirty="0">
                <a:solidFill>
                  <a:srgbClr val="181818"/>
                </a:solidFill>
                <a:latin typeface="Tahoma"/>
                <a:cs typeface="Tahoma"/>
              </a:rPr>
              <a:t>4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3175" algn="ctr">
              <a:lnSpc>
                <a:spcPct val="100000"/>
              </a:lnSpc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5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4445" algn="ctr">
              <a:lnSpc>
                <a:spcPct val="100000"/>
              </a:lnSpc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6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2540" algn="ctr">
              <a:lnSpc>
                <a:spcPct val="100000"/>
              </a:lnSpc>
            </a:pPr>
            <a:r>
              <a:rPr sz="1700" spc="30" dirty="0">
                <a:solidFill>
                  <a:srgbClr val="181818"/>
                </a:solidFill>
                <a:latin typeface="Tahoma"/>
                <a:cs typeface="Tahoma"/>
              </a:rPr>
              <a:t>7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35"/>
              </a:spcBef>
            </a:pPr>
            <a:endParaRPr sz="17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400" b="1" spc="-20" dirty="0">
                <a:solidFill>
                  <a:srgbClr val="001F5F"/>
                </a:solidFill>
                <a:latin typeface="Tahoma"/>
                <a:cs typeface="Tahoma"/>
              </a:rPr>
              <a:t>8(B)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78408" y="776020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1148892" y="7872221"/>
            <a:ext cx="16573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9</a:t>
            </a:r>
            <a:endParaRPr sz="1700">
              <a:latin typeface="Tahoma"/>
              <a:cs typeface="Tahoma"/>
            </a:endParaRPr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12895" y="1028700"/>
            <a:ext cx="946403" cy="236220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87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IMPLEMENTATION</a:t>
            </a:r>
            <a:r>
              <a:rPr spc="-235" dirty="0"/>
              <a:t> </a:t>
            </a:r>
            <a:r>
              <a:rPr spc="-10" dirty="0"/>
              <a:t>SCREENSHOTS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2441194" y="7895081"/>
            <a:ext cx="14890115" cy="1489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Explanation: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marR="5080">
              <a:lnSpc>
                <a:spcPct val="100000"/>
              </a:lnSpc>
              <a:spcBef>
                <a:spcPts val="5"/>
              </a:spcBef>
              <a:tabLst>
                <a:tab pos="8989060" algn="l"/>
              </a:tabLst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</a:t>
            </a:r>
            <a:r>
              <a:rPr sz="3200" spc="-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</a:t>
            </a:r>
            <a:r>
              <a:rPr sz="3200" spc="-1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</a:t>
            </a:r>
            <a:r>
              <a:rPr sz="3200"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dynamically</a:t>
            </a:r>
            <a:r>
              <a:rPr sz="3200"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sz="3200" spc="-1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options</a:t>
            </a:r>
            <a:r>
              <a:rPr sz="32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organizer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dashroad.and</a:t>
            </a:r>
            <a:r>
              <a:rPr sz="32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scanner</a:t>
            </a:r>
            <a:r>
              <a:rPr sz="32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sz="32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</a:t>
            </a:r>
            <a:r>
              <a:rPr sz="32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sz="3200" spc="-1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defauls</a:t>
            </a:r>
            <a:r>
              <a:rPr sz="3200" spc="-1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3200" spc="-1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navigation</a:t>
            </a:r>
            <a:r>
              <a:rPr sz="3200" spc="-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controls</a:t>
            </a:r>
            <a:r>
              <a:rPr sz="3200" spc="-1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sz="3200" spc="-1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submitting</a:t>
            </a:r>
            <a:r>
              <a:rPr sz="32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answers.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5F159CA-ED0C-9034-762D-C37A86900E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0" y="1485900"/>
            <a:ext cx="13944599" cy="582599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36091" y="6653783"/>
            <a:ext cx="992505" cy="992505"/>
          </a:xfrm>
          <a:custGeom>
            <a:avLst/>
            <a:gdLst/>
            <a:ahLst/>
            <a:cxnLst/>
            <a:rect l="l" t="t" r="r" b="b"/>
            <a:pathLst>
              <a:path w="992505" h="992504">
                <a:moveTo>
                  <a:pt x="496061" y="0"/>
                </a:moveTo>
                <a:lnTo>
                  <a:pt x="448288" y="2271"/>
                </a:lnTo>
                <a:lnTo>
                  <a:pt x="401799" y="8945"/>
                </a:lnTo>
                <a:lnTo>
                  <a:pt x="356803" y="19816"/>
                </a:lnTo>
                <a:lnTo>
                  <a:pt x="313507" y="34673"/>
                </a:lnTo>
                <a:lnTo>
                  <a:pt x="272120" y="53311"/>
                </a:lnTo>
                <a:lnTo>
                  <a:pt x="232848" y="75520"/>
                </a:lnTo>
                <a:lnTo>
                  <a:pt x="195902" y="101093"/>
                </a:lnTo>
                <a:lnTo>
                  <a:pt x="161487" y="129821"/>
                </a:lnTo>
                <a:lnTo>
                  <a:pt x="129812" y="161497"/>
                </a:lnTo>
                <a:lnTo>
                  <a:pt x="101085" y="195912"/>
                </a:lnTo>
                <a:lnTo>
                  <a:pt x="75514" y="232860"/>
                </a:lnTo>
                <a:lnTo>
                  <a:pt x="53306" y="272131"/>
                </a:lnTo>
                <a:lnTo>
                  <a:pt x="34670" y="313517"/>
                </a:lnTo>
                <a:lnTo>
                  <a:pt x="19814" y="356812"/>
                </a:lnTo>
                <a:lnTo>
                  <a:pt x="8944" y="401806"/>
                </a:lnTo>
                <a:lnTo>
                  <a:pt x="2270" y="448292"/>
                </a:lnTo>
                <a:lnTo>
                  <a:pt x="0" y="496061"/>
                </a:lnTo>
                <a:lnTo>
                  <a:pt x="2270" y="543831"/>
                </a:lnTo>
                <a:lnTo>
                  <a:pt x="8944" y="590317"/>
                </a:lnTo>
                <a:lnTo>
                  <a:pt x="19814" y="635311"/>
                </a:lnTo>
                <a:lnTo>
                  <a:pt x="34670" y="678606"/>
                </a:lnTo>
                <a:lnTo>
                  <a:pt x="53306" y="719992"/>
                </a:lnTo>
                <a:lnTo>
                  <a:pt x="75514" y="759263"/>
                </a:lnTo>
                <a:lnTo>
                  <a:pt x="101085" y="796211"/>
                </a:lnTo>
                <a:lnTo>
                  <a:pt x="129812" y="830626"/>
                </a:lnTo>
                <a:lnTo>
                  <a:pt x="161487" y="862302"/>
                </a:lnTo>
                <a:lnTo>
                  <a:pt x="195902" y="891030"/>
                </a:lnTo>
                <a:lnTo>
                  <a:pt x="232848" y="916603"/>
                </a:lnTo>
                <a:lnTo>
                  <a:pt x="272120" y="938812"/>
                </a:lnTo>
                <a:lnTo>
                  <a:pt x="313507" y="957450"/>
                </a:lnTo>
                <a:lnTo>
                  <a:pt x="356803" y="972307"/>
                </a:lnTo>
                <a:lnTo>
                  <a:pt x="401799" y="983178"/>
                </a:lnTo>
                <a:lnTo>
                  <a:pt x="448288" y="989852"/>
                </a:lnTo>
                <a:lnTo>
                  <a:pt x="496061" y="992123"/>
                </a:lnTo>
                <a:lnTo>
                  <a:pt x="543831" y="989852"/>
                </a:lnTo>
                <a:lnTo>
                  <a:pt x="590317" y="983178"/>
                </a:lnTo>
                <a:lnTo>
                  <a:pt x="635311" y="972307"/>
                </a:lnTo>
                <a:lnTo>
                  <a:pt x="678606" y="957450"/>
                </a:lnTo>
                <a:lnTo>
                  <a:pt x="719992" y="938812"/>
                </a:lnTo>
                <a:lnTo>
                  <a:pt x="759263" y="916603"/>
                </a:lnTo>
                <a:lnTo>
                  <a:pt x="796211" y="891030"/>
                </a:lnTo>
                <a:lnTo>
                  <a:pt x="830626" y="862302"/>
                </a:lnTo>
                <a:lnTo>
                  <a:pt x="862302" y="830626"/>
                </a:lnTo>
                <a:lnTo>
                  <a:pt x="891030" y="796211"/>
                </a:lnTo>
                <a:lnTo>
                  <a:pt x="916603" y="759263"/>
                </a:lnTo>
                <a:lnTo>
                  <a:pt x="938812" y="719992"/>
                </a:lnTo>
                <a:lnTo>
                  <a:pt x="957450" y="678606"/>
                </a:lnTo>
                <a:lnTo>
                  <a:pt x="972307" y="635311"/>
                </a:lnTo>
                <a:lnTo>
                  <a:pt x="983178" y="590317"/>
                </a:lnTo>
                <a:lnTo>
                  <a:pt x="989852" y="543831"/>
                </a:lnTo>
                <a:lnTo>
                  <a:pt x="992124" y="496061"/>
                </a:lnTo>
                <a:lnTo>
                  <a:pt x="989852" y="448292"/>
                </a:lnTo>
                <a:lnTo>
                  <a:pt x="983178" y="401806"/>
                </a:lnTo>
                <a:lnTo>
                  <a:pt x="972307" y="356812"/>
                </a:lnTo>
                <a:lnTo>
                  <a:pt x="957450" y="313517"/>
                </a:lnTo>
                <a:lnTo>
                  <a:pt x="938812" y="272131"/>
                </a:lnTo>
                <a:lnTo>
                  <a:pt x="916603" y="232860"/>
                </a:lnTo>
                <a:lnTo>
                  <a:pt x="891030" y="195912"/>
                </a:lnTo>
                <a:lnTo>
                  <a:pt x="862302" y="161497"/>
                </a:lnTo>
                <a:lnTo>
                  <a:pt x="830626" y="129821"/>
                </a:lnTo>
                <a:lnTo>
                  <a:pt x="796211" y="101093"/>
                </a:lnTo>
                <a:lnTo>
                  <a:pt x="759263" y="75520"/>
                </a:lnTo>
                <a:lnTo>
                  <a:pt x="719992" y="53311"/>
                </a:lnTo>
                <a:lnTo>
                  <a:pt x="678606" y="34673"/>
                </a:lnTo>
                <a:lnTo>
                  <a:pt x="635311" y="19816"/>
                </a:lnTo>
                <a:lnTo>
                  <a:pt x="590317" y="8945"/>
                </a:lnTo>
                <a:lnTo>
                  <a:pt x="543831" y="2271"/>
                </a:lnTo>
                <a:lnTo>
                  <a:pt x="496061" y="0"/>
                </a:lnTo>
                <a:close/>
              </a:path>
            </a:pathLst>
          </a:custGeom>
          <a:solidFill>
            <a:srgbClr val="FC611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978408" y="33162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78408" y="19827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4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78408" y="3983735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78408" y="2648711"/>
            <a:ext cx="508000" cy="542925"/>
          </a:xfrm>
          <a:custGeom>
            <a:avLst/>
            <a:gdLst/>
            <a:ahLst/>
            <a:cxnLst/>
            <a:rect l="l" t="t" r="r" b="b"/>
            <a:pathLst>
              <a:path w="508000" h="542925">
                <a:moveTo>
                  <a:pt x="253745" y="0"/>
                </a:moveTo>
                <a:lnTo>
                  <a:pt x="208133" y="4369"/>
                </a:lnTo>
                <a:lnTo>
                  <a:pt x="165204" y="16966"/>
                </a:lnTo>
                <a:lnTo>
                  <a:pt x="125673" y="37027"/>
                </a:lnTo>
                <a:lnTo>
                  <a:pt x="90258" y="63786"/>
                </a:lnTo>
                <a:lnTo>
                  <a:pt x="59676" y="96478"/>
                </a:lnTo>
                <a:lnTo>
                  <a:pt x="34642" y="134337"/>
                </a:lnTo>
                <a:lnTo>
                  <a:pt x="15874" y="176600"/>
                </a:lnTo>
                <a:lnTo>
                  <a:pt x="4088" y="222499"/>
                </a:lnTo>
                <a:lnTo>
                  <a:pt x="0" y="271272"/>
                </a:lnTo>
                <a:lnTo>
                  <a:pt x="4088" y="320044"/>
                </a:lnTo>
                <a:lnTo>
                  <a:pt x="15874" y="365943"/>
                </a:lnTo>
                <a:lnTo>
                  <a:pt x="34642" y="408206"/>
                </a:lnTo>
                <a:lnTo>
                  <a:pt x="59676" y="446065"/>
                </a:lnTo>
                <a:lnTo>
                  <a:pt x="90258" y="478757"/>
                </a:lnTo>
                <a:lnTo>
                  <a:pt x="125673" y="505516"/>
                </a:lnTo>
                <a:lnTo>
                  <a:pt x="165204" y="525577"/>
                </a:lnTo>
                <a:lnTo>
                  <a:pt x="208133" y="538174"/>
                </a:lnTo>
                <a:lnTo>
                  <a:pt x="253745" y="542544"/>
                </a:lnTo>
                <a:lnTo>
                  <a:pt x="299341" y="538174"/>
                </a:lnTo>
                <a:lnTo>
                  <a:pt x="342262" y="525577"/>
                </a:lnTo>
                <a:lnTo>
                  <a:pt x="381790" y="505516"/>
                </a:lnTo>
                <a:lnTo>
                  <a:pt x="417207" y="478757"/>
                </a:lnTo>
                <a:lnTo>
                  <a:pt x="447794" y="446065"/>
                </a:lnTo>
                <a:lnTo>
                  <a:pt x="472835" y="408206"/>
                </a:lnTo>
                <a:lnTo>
                  <a:pt x="491610" y="365943"/>
                </a:lnTo>
                <a:lnTo>
                  <a:pt x="503401" y="320044"/>
                </a:lnTo>
                <a:lnTo>
                  <a:pt x="507491" y="271272"/>
                </a:lnTo>
                <a:lnTo>
                  <a:pt x="503401" y="222499"/>
                </a:lnTo>
                <a:lnTo>
                  <a:pt x="491610" y="176600"/>
                </a:lnTo>
                <a:lnTo>
                  <a:pt x="472835" y="134337"/>
                </a:lnTo>
                <a:lnTo>
                  <a:pt x="447794" y="96478"/>
                </a:lnTo>
                <a:lnTo>
                  <a:pt x="417207" y="63786"/>
                </a:lnTo>
                <a:lnTo>
                  <a:pt x="381790" y="37027"/>
                </a:lnTo>
                <a:lnTo>
                  <a:pt x="342262" y="16966"/>
                </a:lnTo>
                <a:lnTo>
                  <a:pt x="299341" y="4369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978408" y="5318759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978408" y="465124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978408" y="5986271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873658" y="2092833"/>
            <a:ext cx="711835" cy="52190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100"/>
              </a:spcBef>
            </a:pPr>
            <a:r>
              <a:rPr sz="1700" spc="-375" dirty="0">
                <a:solidFill>
                  <a:srgbClr val="181818"/>
                </a:solidFill>
                <a:latin typeface="Tahoma"/>
                <a:cs typeface="Tahoma"/>
              </a:rPr>
              <a:t>1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50"/>
              </a:spcBef>
            </a:pPr>
            <a:endParaRPr sz="1700">
              <a:latin typeface="Tahoma"/>
              <a:cs typeface="Tahoma"/>
            </a:endParaRPr>
          </a:p>
          <a:p>
            <a:pPr marL="2540" algn="ctr">
              <a:lnSpc>
                <a:spcPct val="100000"/>
              </a:lnSpc>
              <a:spcBef>
                <a:spcPts val="5"/>
              </a:spcBef>
            </a:pPr>
            <a:r>
              <a:rPr sz="1700" spc="40" dirty="0">
                <a:solidFill>
                  <a:srgbClr val="181818"/>
                </a:solidFill>
                <a:latin typeface="Tahoma"/>
                <a:cs typeface="Tahoma"/>
              </a:rPr>
              <a:t>2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2540" algn="ctr">
              <a:lnSpc>
                <a:spcPct val="100000"/>
              </a:lnSpc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3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2540" algn="ctr">
              <a:lnSpc>
                <a:spcPct val="100000"/>
              </a:lnSpc>
            </a:pPr>
            <a:r>
              <a:rPr sz="1700" spc="160" dirty="0">
                <a:solidFill>
                  <a:srgbClr val="181818"/>
                </a:solidFill>
                <a:latin typeface="Tahoma"/>
                <a:cs typeface="Tahoma"/>
              </a:rPr>
              <a:t>4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2540" algn="ctr">
              <a:lnSpc>
                <a:spcPct val="100000"/>
              </a:lnSpc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5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3810" algn="ctr">
              <a:lnSpc>
                <a:spcPct val="100000"/>
              </a:lnSpc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6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700">
              <a:latin typeface="Tahoma"/>
              <a:cs typeface="Tahoma"/>
            </a:endParaRPr>
          </a:p>
          <a:p>
            <a:pPr marL="1905" algn="ctr">
              <a:lnSpc>
                <a:spcPct val="100000"/>
              </a:lnSpc>
            </a:pPr>
            <a:r>
              <a:rPr sz="1700" spc="30" dirty="0">
                <a:solidFill>
                  <a:srgbClr val="181818"/>
                </a:solidFill>
                <a:latin typeface="Tahoma"/>
                <a:cs typeface="Tahoma"/>
              </a:rPr>
              <a:t>7</a:t>
            </a: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17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35"/>
              </a:spcBef>
            </a:pPr>
            <a:endParaRPr sz="17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400" b="1" spc="-20" dirty="0">
                <a:solidFill>
                  <a:srgbClr val="001F5F"/>
                </a:solidFill>
                <a:latin typeface="Tahoma"/>
                <a:cs typeface="Tahoma"/>
              </a:rPr>
              <a:t>8(C)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78408" y="776020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1148892" y="7872221"/>
            <a:ext cx="16573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9</a:t>
            </a:r>
            <a:endParaRPr sz="1700">
              <a:latin typeface="Tahoma"/>
              <a:cs typeface="Tahoma"/>
            </a:endParaRPr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12895" y="1028700"/>
            <a:ext cx="946403" cy="236220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87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IMPLEMENTATION</a:t>
            </a:r>
            <a:r>
              <a:rPr spc="-235" dirty="0"/>
              <a:t> </a:t>
            </a:r>
            <a:r>
              <a:rPr spc="-10" dirty="0"/>
              <a:t>SCREENSHOTS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2212594" y="8047481"/>
            <a:ext cx="13567410" cy="10013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Explanation: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811530" algn="l"/>
              </a:tabLst>
            </a:pPr>
            <a:r>
              <a:rPr sz="32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page</a:t>
            </a:r>
            <a:r>
              <a:rPr sz="3200"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</a:t>
            </a:r>
            <a:r>
              <a:rPr sz="320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  <a:r>
              <a:rPr sz="32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portal,</a:t>
            </a:r>
            <a:r>
              <a:rPr sz="320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  <a:r>
              <a:rPr sz="320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summary,</a:t>
            </a:r>
            <a:r>
              <a:rPr sz="32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32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detailed</a:t>
            </a:r>
            <a:r>
              <a:rPr sz="32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score</a:t>
            </a:r>
            <a:r>
              <a:rPr sz="3200" spc="-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4445E45-092F-75CA-714C-4A3951F9E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595" y="1638300"/>
            <a:ext cx="13179806" cy="623449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36091" y="7321295"/>
            <a:ext cx="992505" cy="992505"/>
          </a:xfrm>
          <a:custGeom>
            <a:avLst/>
            <a:gdLst/>
            <a:ahLst/>
            <a:cxnLst/>
            <a:rect l="l" t="t" r="r" b="b"/>
            <a:pathLst>
              <a:path w="992505" h="992504">
                <a:moveTo>
                  <a:pt x="496061" y="0"/>
                </a:moveTo>
                <a:lnTo>
                  <a:pt x="448288" y="2271"/>
                </a:lnTo>
                <a:lnTo>
                  <a:pt x="401799" y="8945"/>
                </a:lnTo>
                <a:lnTo>
                  <a:pt x="356803" y="19816"/>
                </a:lnTo>
                <a:lnTo>
                  <a:pt x="313507" y="34673"/>
                </a:lnTo>
                <a:lnTo>
                  <a:pt x="272120" y="53311"/>
                </a:lnTo>
                <a:lnTo>
                  <a:pt x="232848" y="75520"/>
                </a:lnTo>
                <a:lnTo>
                  <a:pt x="195902" y="101093"/>
                </a:lnTo>
                <a:lnTo>
                  <a:pt x="161487" y="129821"/>
                </a:lnTo>
                <a:lnTo>
                  <a:pt x="129812" y="161497"/>
                </a:lnTo>
                <a:lnTo>
                  <a:pt x="101085" y="195912"/>
                </a:lnTo>
                <a:lnTo>
                  <a:pt x="75514" y="232860"/>
                </a:lnTo>
                <a:lnTo>
                  <a:pt x="53306" y="272131"/>
                </a:lnTo>
                <a:lnTo>
                  <a:pt x="34670" y="313517"/>
                </a:lnTo>
                <a:lnTo>
                  <a:pt x="19814" y="356812"/>
                </a:lnTo>
                <a:lnTo>
                  <a:pt x="8944" y="401806"/>
                </a:lnTo>
                <a:lnTo>
                  <a:pt x="2270" y="448292"/>
                </a:lnTo>
                <a:lnTo>
                  <a:pt x="0" y="496061"/>
                </a:lnTo>
                <a:lnTo>
                  <a:pt x="2270" y="543831"/>
                </a:lnTo>
                <a:lnTo>
                  <a:pt x="8944" y="590317"/>
                </a:lnTo>
                <a:lnTo>
                  <a:pt x="19814" y="635311"/>
                </a:lnTo>
                <a:lnTo>
                  <a:pt x="34670" y="678606"/>
                </a:lnTo>
                <a:lnTo>
                  <a:pt x="53306" y="719992"/>
                </a:lnTo>
                <a:lnTo>
                  <a:pt x="75514" y="759263"/>
                </a:lnTo>
                <a:lnTo>
                  <a:pt x="101085" y="796211"/>
                </a:lnTo>
                <a:lnTo>
                  <a:pt x="129812" y="830626"/>
                </a:lnTo>
                <a:lnTo>
                  <a:pt x="161487" y="862302"/>
                </a:lnTo>
                <a:lnTo>
                  <a:pt x="195902" y="891030"/>
                </a:lnTo>
                <a:lnTo>
                  <a:pt x="232848" y="916603"/>
                </a:lnTo>
                <a:lnTo>
                  <a:pt x="272120" y="938812"/>
                </a:lnTo>
                <a:lnTo>
                  <a:pt x="313507" y="957450"/>
                </a:lnTo>
                <a:lnTo>
                  <a:pt x="356803" y="972307"/>
                </a:lnTo>
                <a:lnTo>
                  <a:pt x="401799" y="983178"/>
                </a:lnTo>
                <a:lnTo>
                  <a:pt x="448288" y="989852"/>
                </a:lnTo>
                <a:lnTo>
                  <a:pt x="496061" y="992123"/>
                </a:lnTo>
                <a:lnTo>
                  <a:pt x="543831" y="989852"/>
                </a:lnTo>
                <a:lnTo>
                  <a:pt x="590317" y="983178"/>
                </a:lnTo>
                <a:lnTo>
                  <a:pt x="635311" y="972307"/>
                </a:lnTo>
                <a:lnTo>
                  <a:pt x="678606" y="957450"/>
                </a:lnTo>
                <a:lnTo>
                  <a:pt x="719992" y="938812"/>
                </a:lnTo>
                <a:lnTo>
                  <a:pt x="759263" y="916603"/>
                </a:lnTo>
                <a:lnTo>
                  <a:pt x="796211" y="891030"/>
                </a:lnTo>
                <a:lnTo>
                  <a:pt x="830626" y="862302"/>
                </a:lnTo>
                <a:lnTo>
                  <a:pt x="862302" y="830626"/>
                </a:lnTo>
                <a:lnTo>
                  <a:pt x="891030" y="796211"/>
                </a:lnTo>
                <a:lnTo>
                  <a:pt x="916603" y="759263"/>
                </a:lnTo>
                <a:lnTo>
                  <a:pt x="938812" y="719992"/>
                </a:lnTo>
                <a:lnTo>
                  <a:pt x="957450" y="678606"/>
                </a:lnTo>
                <a:lnTo>
                  <a:pt x="972307" y="635311"/>
                </a:lnTo>
                <a:lnTo>
                  <a:pt x="983178" y="590317"/>
                </a:lnTo>
                <a:lnTo>
                  <a:pt x="989852" y="543831"/>
                </a:lnTo>
                <a:lnTo>
                  <a:pt x="992124" y="496061"/>
                </a:lnTo>
                <a:lnTo>
                  <a:pt x="989852" y="448292"/>
                </a:lnTo>
                <a:lnTo>
                  <a:pt x="983178" y="401806"/>
                </a:lnTo>
                <a:lnTo>
                  <a:pt x="972307" y="356812"/>
                </a:lnTo>
                <a:lnTo>
                  <a:pt x="957450" y="313517"/>
                </a:lnTo>
                <a:lnTo>
                  <a:pt x="938812" y="272131"/>
                </a:lnTo>
                <a:lnTo>
                  <a:pt x="916603" y="232860"/>
                </a:lnTo>
                <a:lnTo>
                  <a:pt x="891030" y="195912"/>
                </a:lnTo>
                <a:lnTo>
                  <a:pt x="862302" y="161497"/>
                </a:lnTo>
                <a:lnTo>
                  <a:pt x="830626" y="129821"/>
                </a:lnTo>
                <a:lnTo>
                  <a:pt x="796211" y="101093"/>
                </a:lnTo>
                <a:lnTo>
                  <a:pt x="759263" y="75520"/>
                </a:lnTo>
                <a:lnTo>
                  <a:pt x="719992" y="53311"/>
                </a:lnTo>
                <a:lnTo>
                  <a:pt x="678606" y="34673"/>
                </a:lnTo>
                <a:lnTo>
                  <a:pt x="635311" y="19816"/>
                </a:lnTo>
                <a:lnTo>
                  <a:pt x="590317" y="8945"/>
                </a:lnTo>
                <a:lnTo>
                  <a:pt x="543831" y="2271"/>
                </a:lnTo>
                <a:lnTo>
                  <a:pt x="496061" y="0"/>
                </a:lnTo>
                <a:close/>
              </a:path>
            </a:pathLst>
          </a:custGeom>
          <a:solidFill>
            <a:srgbClr val="FC611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06830" y="7549337"/>
            <a:ext cx="247650" cy="437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215" dirty="0">
                <a:solidFill>
                  <a:srgbClr val="FFFDFD"/>
                </a:solidFill>
                <a:latin typeface="Tahoma"/>
                <a:cs typeface="Tahoma"/>
              </a:rPr>
              <a:t>9</a:t>
            </a:r>
            <a:endParaRPr sz="27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78408" y="33162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151940" y="3426333"/>
            <a:ext cx="15811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3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78408" y="198272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4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8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179372" y="2092833"/>
            <a:ext cx="102870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-375" dirty="0">
                <a:solidFill>
                  <a:srgbClr val="181818"/>
                </a:solidFill>
                <a:latin typeface="Tahoma"/>
                <a:cs typeface="Tahoma"/>
              </a:rPr>
              <a:t>1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78408" y="3983735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145844" y="4094226"/>
            <a:ext cx="1708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60" dirty="0">
                <a:solidFill>
                  <a:srgbClr val="181818"/>
                </a:solidFill>
                <a:latin typeface="Tahoma"/>
                <a:cs typeface="Tahoma"/>
              </a:rPr>
              <a:t>4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78408" y="2648711"/>
            <a:ext cx="508000" cy="542925"/>
          </a:xfrm>
          <a:custGeom>
            <a:avLst/>
            <a:gdLst/>
            <a:ahLst/>
            <a:cxnLst/>
            <a:rect l="l" t="t" r="r" b="b"/>
            <a:pathLst>
              <a:path w="508000" h="542925">
                <a:moveTo>
                  <a:pt x="253745" y="0"/>
                </a:moveTo>
                <a:lnTo>
                  <a:pt x="208133" y="4369"/>
                </a:lnTo>
                <a:lnTo>
                  <a:pt x="165204" y="16966"/>
                </a:lnTo>
                <a:lnTo>
                  <a:pt x="125673" y="37027"/>
                </a:lnTo>
                <a:lnTo>
                  <a:pt x="90258" y="63786"/>
                </a:lnTo>
                <a:lnTo>
                  <a:pt x="59676" y="96478"/>
                </a:lnTo>
                <a:lnTo>
                  <a:pt x="34642" y="134337"/>
                </a:lnTo>
                <a:lnTo>
                  <a:pt x="15874" y="176600"/>
                </a:lnTo>
                <a:lnTo>
                  <a:pt x="4088" y="222499"/>
                </a:lnTo>
                <a:lnTo>
                  <a:pt x="0" y="271272"/>
                </a:lnTo>
                <a:lnTo>
                  <a:pt x="4088" y="320044"/>
                </a:lnTo>
                <a:lnTo>
                  <a:pt x="15874" y="365943"/>
                </a:lnTo>
                <a:lnTo>
                  <a:pt x="34642" y="408206"/>
                </a:lnTo>
                <a:lnTo>
                  <a:pt x="59676" y="446065"/>
                </a:lnTo>
                <a:lnTo>
                  <a:pt x="90258" y="478757"/>
                </a:lnTo>
                <a:lnTo>
                  <a:pt x="125673" y="505516"/>
                </a:lnTo>
                <a:lnTo>
                  <a:pt x="165204" y="525577"/>
                </a:lnTo>
                <a:lnTo>
                  <a:pt x="208133" y="538174"/>
                </a:lnTo>
                <a:lnTo>
                  <a:pt x="253745" y="542544"/>
                </a:lnTo>
                <a:lnTo>
                  <a:pt x="299341" y="538174"/>
                </a:lnTo>
                <a:lnTo>
                  <a:pt x="342262" y="525577"/>
                </a:lnTo>
                <a:lnTo>
                  <a:pt x="381790" y="505516"/>
                </a:lnTo>
                <a:lnTo>
                  <a:pt x="417207" y="478757"/>
                </a:lnTo>
                <a:lnTo>
                  <a:pt x="447794" y="446065"/>
                </a:lnTo>
                <a:lnTo>
                  <a:pt x="472835" y="408206"/>
                </a:lnTo>
                <a:lnTo>
                  <a:pt x="491610" y="365943"/>
                </a:lnTo>
                <a:lnTo>
                  <a:pt x="503401" y="320044"/>
                </a:lnTo>
                <a:lnTo>
                  <a:pt x="507491" y="271272"/>
                </a:lnTo>
                <a:lnTo>
                  <a:pt x="503401" y="222499"/>
                </a:lnTo>
                <a:lnTo>
                  <a:pt x="491610" y="176600"/>
                </a:lnTo>
                <a:lnTo>
                  <a:pt x="472835" y="134337"/>
                </a:lnTo>
                <a:lnTo>
                  <a:pt x="447794" y="96478"/>
                </a:lnTo>
                <a:lnTo>
                  <a:pt x="417207" y="63786"/>
                </a:lnTo>
                <a:lnTo>
                  <a:pt x="381790" y="37027"/>
                </a:lnTo>
                <a:lnTo>
                  <a:pt x="342262" y="16966"/>
                </a:lnTo>
                <a:lnTo>
                  <a:pt x="299341" y="4369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153464" y="2758567"/>
            <a:ext cx="1555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40" dirty="0">
                <a:solidFill>
                  <a:srgbClr val="181818"/>
                </a:solidFill>
                <a:latin typeface="Tahoma"/>
                <a:cs typeface="Tahoma"/>
              </a:rPr>
              <a:t>2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78408" y="5318759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1148892" y="5429503"/>
            <a:ext cx="16573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25" dirty="0">
                <a:solidFill>
                  <a:srgbClr val="181818"/>
                </a:solidFill>
                <a:latin typeface="Tahoma"/>
                <a:cs typeface="Tahoma"/>
              </a:rPr>
              <a:t>6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978408" y="4651247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4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4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151940" y="4761738"/>
            <a:ext cx="158115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60" dirty="0">
                <a:solidFill>
                  <a:srgbClr val="181818"/>
                </a:solidFill>
                <a:latin typeface="Tahoma"/>
                <a:cs typeface="Tahoma"/>
              </a:rPr>
              <a:t>5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978408" y="5986271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1153464" y="6097270"/>
            <a:ext cx="154940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30" dirty="0">
                <a:solidFill>
                  <a:srgbClr val="181818"/>
                </a:solidFill>
                <a:latin typeface="Tahoma"/>
                <a:cs typeface="Tahoma"/>
              </a:rPr>
              <a:t>7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978408" y="6653783"/>
            <a:ext cx="508000" cy="544195"/>
          </a:xfrm>
          <a:custGeom>
            <a:avLst/>
            <a:gdLst/>
            <a:ahLst/>
            <a:cxnLst/>
            <a:rect l="l" t="t" r="r" b="b"/>
            <a:pathLst>
              <a:path w="508000" h="544195">
                <a:moveTo>
                  <a:pt x="253745" y="0"/>
                </a:moveTo>
                <a:lnTo>
                  <a:pt x="208133" y="4382"/>
                </a:lnTo>
                <a:lnTo>
                  <a:pt x="165204" y="17019"/>
                </a:lnTo>
                <a:lnTo>
                  <a:pt x="125673" y="37140"/>
                </a:lnTo>
                <a:lnTo>
                  <a:pt x="90258" y="63978"/>
                </a:lnTo>
                <a:lnTo>
                  <a:pt x="59676" y="96765"/>
                </a:lnTo>
                <a:lnTo>
                  <a:pt x="34642" y="134732"/>
                </a:lnTo>
                <a:lnTo>
                  <a:pt x="15874" y="177112"/>
                </a:lnTo>
                <a:lnTo>
                  <a:pt x="4088" y="223135"/>
                </a:lnTo>
                <a:lnTo>
                  <a:pt x="0" y="272033"/>
                </a:lnTo>
                <a:lnTo>
                  <a:pt x="4088" y="320932"/>
                </a:lnTo>
                <a:lnTo>
                  <a:pt x="15874" y="366955"/>
                </a:lnTo>
                <a:lnTo>
                  <a:pt x="34642" y="409335"/>
                </a:lnTo>
                <a:lnTo>
                  <a:pt x="59676" y="447302"/>
                </a:lnTo>
                <a:lnTo>
                  <a:pt x="90258" y="480089"/>
                </a:lnTo>
                <a:lnTo>
                  <a:pt x="125673" y="506927"/>
                </a:lnTo>
                <a:lnTo>
                  <a:pt x="165204" y="527048"/>
                </a:lnTo>
                <a:lnTo>
                  <a:pt x="208133" y="539685"/>
                </a:lnTo>
                <a:lnTo>
                  <a:pt x="253745" y="544067"/>
                </a:lnTo>
                <a:lnTo>
                  <a:pt x="299341" y="539685"/>
                </a:lnTo>
                <a:lnTo>
                  <a:pt x="342262" y="527048"/>
                </a:lnTo>
                <a:lnTo>
                  <a:pt x="381790" y="506927"/>
                </a:lnTo>
                <a:lnTo>
                  <a:pt x="417207" y="480089"/>
                </a:lnTo>
                <a:lnTo>
                  <a:pt x="447794" y="447302"/>
                </a:lnTo>
                <a:lnTo>
                  <a:pt x="472835" y="409335"/>
                </a:lnTo>
                <a:lnTo>
                  <a:pt x="491610" y="366955"/>
                </a:lnTo>
                <a:lnTo>
                  <a:pt x="503401" y="320932"/>
                </a:lnTo>
                <a:lnTo>
                  <a:pt x="507491" y="272033"/>
                </a:lnTo>
                <a:lnTo>
                  <a:pt x="503401" y="223135"/>
                </a:lnTo>
                <a:lnTo>
                  <a:pt x="491610" y="177112"/>
                </a:lnTo>
                <a:lnTo>
                  <a:pt x="472835" y="134732"/>
                </a:lnTo>
                <a:lnTo>
                  <a:pt x="447794" y="96765"/>
                </a:lnTo>
                <a:lnTo>
                  <a:pt x="417207" y="63978"/>
                </a:lnTo>
                <a:lnTo>
                  <a:pt x="381790" y="37140"/>
                </a:lnTo>
                <a:lnTo>
                  <a:pt x="342262" y="17019"/>
                </a:lnTo>
                <a:lnTo>
                  <a:pt x="299341" y="4382"/>
                </a:lnTo>
                <a:lnTo>
                  <a:pt x="253745" y="0"/>
                </a:lnTo>
                <a:close/>
              </a:path>
            </a:pathLst>
          </a:custGeom>
          <a:ln w="9144">
            <a:solidFill>
              <a:srgbClr val="FC611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1150416" y="6764477"/>
            <a:ext cx="161925" cy="2857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95" dirty="0">
                <a:solidFill>
                  <a:srgbClr val="181818"/>
                </a:solidFill>
                <a:latin typeface="Tahoma"/>
                <a:cs typeface="Tahoma"/>
              </a:rPr>
              <a:t>8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title"/>
          </p:nvPr>
        </p:nvSpPr>
        <p:spPr>
          <a:xfrm>
            <a:off x="4407789" y="507238"/>
            <a:ext cx="909701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311015" algn="l"/>
                <a:tab pos="4971415" algn="l"/>
              </a:tabLst>
            </a:pPr>
            <a:r>
              <a:rPr spc="85" dirty="0"/>
              <a:t>AD</a:t>
            </a:r>
            <a:r>
              <a:rPr spc="-525" dirty="0"/>
              <a:t>V</a:t>
            </a:r>
            <a:r>
              <a:rPr spc="85" dirty="0"/>
              <a:t>AN</a:t>
            </a:r>
            <a:r>
              <a:rPr spc="-265" dirty="0"/>
              <a:t>T</a:t>
            </a:r>
            <a:r>
              <a:rPr spc="85" dirty="0"/>
              <a:t>AGES</a:t>
            </a:r>
            <a:r>
              <a:rPr dirty="0"/>
              <a:t>	</a:t>
            </a:r>
            <a:r>
              <a:rPr spc="-50" dirty="0"/>
              <a:t>&amp;</a:t>
            </a:r>
            <a:r>
              <a:rPr dirty="0"/>
              <a:t>	</a:t>
            </a:r>
            <a:r>
              <a:rPr spc="-65" dirty="0"/>
              <a:t>LIMITATIONS</a:t>
            </a:r>
          </a:p>
        </p:txBody>
      </p:sp>
      <p:sp>
        <p:nvSpPr>
          <p:cNvPr id="24" name="object 24"/>
          <p:cNvSpPr txBox="1"/>
          <p:nvPr/>
        </p:nvSpPr>
        <p:spPr>
          <a:xfrm>
            <a:off x="3203194" y="1964182"/>
            <a:ext cx="12969240" cy="2938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4010" indent="-325755">
              <a:lnSpc>
                <a:spcPts val="3800"/>
              </a:lnSpc>
              <a:spcBef>
                <a:spcPts val="100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Advantages: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33375" indent="-325755">
              <a:lnSpc>
                <a:spcPts val="3800"/>
              </a:lnSpc>
              <a:buSzPct val="96875"/>
              <a:buFont typeface="Wingdings"/>
              <a:buChar char=""/>
              <a:tabLst>
                <a:tab pos="333375" algn="l"/>
              </a:tabLst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</a:t>
            </a:r>
            <a:r>
              <a:rPr sz="32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tickets</a:t>
            </a:r>
            <a:r>
              <a:rPr sz="32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</a:t>
            </a:r>
            <a:r>
              <a:rPr sz="32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r>
              <a:rPr sz="32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</a:t>
            </a:r>
            <a:r>
              <a:rPr sz="3200" b="1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sz="32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regardless</a:t>
            </a:r>
            <a:r>
              <a:rPr sz="32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32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</a:t>
            </a:r>
            <a:r>
              <a:rPr lang="en-US" sz="32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34010" indent="-325755">
              <a:lnSpc>
                <a:spcPct val="100000"/>
              </a:lnSpc>
              <a:spcBef>
                <a:spcPts val="5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</a:t>
            </a:r>
            <a:r>
              <a:rPr sz="3200" b="1" spc="-1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  <a:r>
              <a:rPr sz="3200" b="1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sends</a:t>
            </a:r>
            <a:r>
              <a:rPr sz="32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tickets</a:t>
            </a:r>
            <a:r>
              <a:rPr sz="32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sz="32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32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right</a:t>
            </a:r>
            <a:r>
              <a:rPr sz="32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</a:t>
            </a:r>
            <a:r>
              <a:rPr sz="32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sz="32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</a:t>
            </a:r>
            <a:r>
              <a:rPr sz="32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immediately.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34010" indent="-325755">
              <a:lnSpc>
                <a:spcPts val="3800"/>
              </a:lnSpc>
              <a:spcBef>
                <a:spcPts val="85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</a:t>
            </a:r>
            <a:r>
              <a:rPr sz="32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</a:t>
            </a:r>
            <a:r>
              <a:rPr sz="32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login</a:t>
            </a:r>
            <a:r>
              <a:rPr sz="32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32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minimizes</a:t>
            </a:r>
            <a:r>
              <a:rPr sz="32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chances</a:t>
            </a:r>
            <a:r>
              <a:rPr sz="32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32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paper</a:t>
            </a:r>
            <a:r>
              <a:rPr sz="32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leakage.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34010" indent="-325755">
              <a:lnSpc>
                <a:spcPts val="3785"/>
              </a:lnSpc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SLA</a:t>
            </a:r>
            <a:r>
              <a:rPr sz="32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tracking</a:t>
            </a:r>
            <a:r>
              <a:rPr sz="32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</a:t>
            </a:r>
            <a:r>
              <a:rPr sz="32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urgent</a:t>
            </a:r>
            <a:r>
              <a:rPr sz="32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issues</a:t>
            </a:r>
            <a:r>
              <a:rPr sz="32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</a:t>
            </a:r>
            <a:r>
              <a:rPr sz="320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prioritized.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34010" indent="-325755">
              <a:lnSpc>
                <a:spcPts val="3829"/>
              </a:lnSpc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</a:t>
            </a:r>
            <a:r>
              <a:rPr sz="3200" spc="-1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</a:t>
            </a:r>
            <a:r>
              <a:rPr sz="32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intervention</a:t>
            </a:r>
            <a:r>
              <a:rPr sz="32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32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delays.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203194" y="5866257"/>
            <a:ext cx="10550525" cy="24628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4010" indent="-325755">
              <a:lnSpc>
                <a:spcPts val="3800"/>
              </a:lnSpc>
              <a:spcBef>
                <a:spcPts val="105"/>
              </a:spcBef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Limitations: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34010" indent="-325755">
              <a:lnSpc>
                <a:spcPts val="3785"/>
              </a:lnSpc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Enterprise-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grade</a:t>
            </a:r>
            <a:r>
              <a:rPr sz="3200"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platforms</a:t>
            </a:r>
            <a:r>
              <a:rPr sz="32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</a:t>
            </a:r>
            <a:r>
              <a:rPr sz="32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ServiceNow</a:t>
            </a:r>
            <a:r>
              <a:rPr sz="3200" b="1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</a:t>
            </a:r>
            <a:r>
              <a:rPr sz="32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</a:t>
            </a:r>
            <a:r>
              <a:rPr sz="32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expensive.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33375" indent="-325755">
              <a:lnSpc>
                <a:spcPts val="3829"/>
              </a:lnSpc>
              <a:buSzPct val="96875"/>
              <a:buFont typeface="Wingdings"/>
              <a:buChar char=""/>
              <a:tabLst>
                <a:tab pos="333375" algn="l"/>
              </a:tabLst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Poor</a:t>
            </a:r>
            <a:r>
              <a:rPr sz="320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adoption</a:t>
            </a:r>
            <a:r>
              <a:rPr sz="32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</a:t>
            </a:r>
            <a:r>
              <a:rPr sz="32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</a:t>
            </a:r>
            <a:r>
              <a:rPr sz="3200"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effectiveness.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>
              <a:lnSpc>
                <a:spcPts val="3800"/>
              </a:lnSpc>
              <a:spcBef>
                <a:spcPts val="110"/>
              </a:spcBef>
            </a:pPr>
            <a:r>
              <a:rPr sz="32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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security implementation.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34010" indent="-325755">
              <a:lnSpc>
                <a:spcPts val="3800"/>
              </a:lnSpc>
              <a:buSzPct val="96875"/>
              <a:buFont typeface="Wingdings"/>
              <a:buChar char=""/>
              <a:tabLst>
                <a:tab pos="334010" algn="l"/>
              </a:tabLst>
            </a:pPr>
            <a:r>
              <a:rPr sz="32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Enterprise-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grade</a:t>
            </a:r>
            <a:r>
              <a:rPr sz="3200"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platforms</a:t>
            </a:r>
            <a:r>
              <a:rPr sz="32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</a:t>
            </a:r>
            <a:r>
              <a:rPr sz="32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ServiceNow</a:t>
            </a:r>
            <a:r>
              <a:rPr sz="3200" b="1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</a:t>
            </a:r>
            <a:r>
              <a:rPr sz="32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</a:t>
            </a:r>
            <a:r>
              <a:rPr sz="32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expensive</a:t>
            </a:r>
            <a:r>
              <a:rPr sz="3200" spc="-10" dirty="0">
                <a:latin typeface="Arial MT"/>
                <a:cs typeface="Arial MT"/>
              </a:rPr>
              <a:t>.</a:t>
            </a:r>
            <a:endParaRPr sz="32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19E8-3CF5-F2A2-35CB-D5D886025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0" y="4533900"/>
            <a:ext cx="11715750" cy="1956122"/>
          </a:xfrm>
        </p:spPr>
        <p:txBody>
          <a:bodyPr/>
          <a:lstStyle/>
          <a:p>
            <a:r>
              <a:rPr lang="en-US" sz="11150" dirty="0"/>
              <a:t>Thank you</a:t>
            </a:r>
            <a:endParaRPr lang="en-IN" sz="11150" dirty="0"/>
          </a:p>
        </p:txBody>
      </p:sp>
    </p:spTree>
    <p:extLst>
      <p:ext uri="{BB962C8B-B14F-4D97-AF65-F5344CB8AC3E}">
        <p14:creationId xmlns:p14="http://schemas.microsoft.com/office/powerpoint/2010/main" val="3946496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380</TotalTime>
  <Words>1228</Words>
  <Application>Microsoft Office PowerPoint</Application>
  <PresentationFormat>Custom</PresentationFormat>
  <Paragraphs>263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Arial MT</vt:lpstr>
      <vt:lpstr>Calibri</vt:lpstr>
      <vt:lpstr>Cambria</vt:lpstr>
      <vt:lpstr>Tahoma</vt:lpstr>
      <vt:lpstr>Times New Roman</vt:lpstr>
      <vt:lpstr>Wingdings</vt:lpstr>
      <vt:lpstr>Office Theme</vt:lpstr>
      <vt:lpstr>School of Computing</vt:lpstr>
      <vt:lpstr>INTRODUCTION</vt:lpstr>
      <vt:lpstr>PROBLEM STATEMENT</vt:lpstr>
      <vt:lpstr>OBJECTIVES</vt:lpstr>
      <vt:lpstr>PROPOSED SYSTEM</vt:lpstr>
      <vt:lpstr>PROPOSED SYSTEM ARCHITECTURE</vt:lpstr>
      <vt:lpstr>WORKFLOW</vt:lpstr>
      <vt:lpstr>TECHNOLOGIES USED</vt:lpstr>
      <vt:lpstr>MODULE DESCRIPTION</vt:lpstr>
      <vt:lpstr>IMPLEMENTATION SCREENSHOTS</vt:lpstr>
      <vt:lpstr>IMPLEMENTATION SCREENSHOTS</vt:lpstr>
      <vt:lpstr>IMPLEMENTATION SCREENSHOTS</vt:lpstr>
      <vt:lpstr>IMPLEMENTATION SCREENSHOTS</vt:lpstr>
      <vt:lpstr>ADVANTAGES &amp; LIMITATIONS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abhiramchowdary0722@gmail.com</cp:lastModifiedBy>
  <cp:revision>17</cp:revision>
  <dcterms:created xsi:type="dcterms:W3CDTF">2026-03-02T03:28:12Z</dcterms:created>
  <dcterms:modified xsi:type="dcterms:W3CDTF">2026-03-23T08:44:16Z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2026-03-01T00:00:00Z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2026-03-02T00:00:00Z</vt:filetime>
  </property>
  <property fmtid="{D5CDD505-2E9C-101B-9397-08002B2CF9AE}" pid="5" name="Producer">
    <vt:lpwstr>www.ilovepdf.com</vt:lpwstr>
  </property>
</Properties>
</file>